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 id="2147483662" r:id="rId6"/>
  </p:sldMasterIdLst>
  <p:notesMasterIdLst>
    <p:notesMasterId r:id="rId7"/>
  </p:notesMasterIdLst>
  <p:sldIdLst>
    <p:sldId id="256" r:id="rId8"/>
    <p:sldId id="257" r:id="rId9"/>
    <p:sldId id="258" r:id="rId10"/>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456">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41B9AE-B33E-4795-B9E8-79206A3BC3A8}">
  <a:tblStyle styleId="{6241B9AE-B33E-4795-B9E8-79206A3BC3A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456"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0" Type="http://schemas.openxmlformats.org/officeDocument/2006/relationships/slide" Target="slides/slide3.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4838"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2af0a1a3f_2_75:notes"/>
          <p:cNvSpPr txBox="1"/>
          <p:nvPr/>
        </p:nvSpPr>
        <p:spPr>
          <a:xfrm>
            <a:off x="3885579" y="8686487"/>
            <a:ext cx="2972421" cy="457512"/>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sz="1400"/>
          </a:p>
        </p:txBody>
      </p:sp>
      <p:sp>
        <p:nvSpPr>
          <p:cNvPr id="125" name="Google Shape;125;g352af0a1a3f_2_75:notes"/>
          <p:cNvSpPr/>
          <p:nvPr>
            <p:ph idx="2" type="sldImg"/>
          </p:nvPr>
        </p:nvSpPr>
        <p:spPr>
          <a:xfrm>
            <a:off x="1155423" y="685487"/>
            <a:ext cx="4547152"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g352af0a1a3f_2_75:notes"/>
          <p:cNvSpPr txBox="1"/>
          <p:nvPr>
            <p:ph idx="1" type="body"/>
          </p:nvPr>
        </p:nvSpPr>
        <p:spPr>
          <a:xfrm>
            <a:off x="914710" y="4344025"/>
            <a:ext cx="5028579" cy="4114487"/>
          </a:xfrm>
          <a:prstGeom prst="rect">
            <a:avLst/>
          </a:prstGeom>
          <a:noFill/>
          <a:ln>
            <a:noFill/>
          </a:ln>
        </p:spPr>
        <p:txBody>
          <a:bodyPr anchorCtr="0" anchor="t" bIns="45650" lIns="91325" spcFirstLastPara="1" rIns="91325" wrap="square" tIns="45650">
            <a:noAutofit/>
          </a:bodyPr>
          <a:lstStyle/>
          <a:p>
            <a:pPr indent="0" lvl="0" marL="0" rtl="0" algn="l">
              <a:spcBef>
                <a:spcPts val="0"/>
              </a:spcBef>
              <a:spcAft>
                <a:spcPts val="0"/>
              </a:spcAft>
              <a:buSzPts val="1800"/>
              <a:buNone/>
            </a:pPr>
            <a:r>
              <a:rPr lang="en-US" sz="1400"/>
              <a:t>Add map, add med rec pic, flow diagram of med rec, little copy of the poster</a:t>
            </a:r>
            <a:endParaRPr sz="1400"/>
          </a:p>
          <a:p>
            <a:pPr indent="0" lvl="0" marL="0" rtl="0" algn="l">
              <a:spcBef>
                <a:spcPts val="0"/>
              </a:spcBef>
              <a:spcAft>
                <a:spcPts val="0"/>
              </a:spcAft>
              <a:buSzPts val="1800"/>
              <a:buNone/>
            </a:pPr>
            <a:r>
              <a:rPr lang="en-US" sz="1400"/>
              <a:t>Move risk factors into background section below)</a:t>
            </a:r>
            <a:endParaRPr sz="1400"/>
          </a:p>
          <a:p>
            <a:pPr indent="0" lvl="0" marL="0" rtl="0" algn="l">
              <a:spcBef>
                <a:spcPts val="0"/>
              </a:spcBef>
              <a:spcAft>
                <a:spcPts val="0"/>
              </a:spcAft>
              <a:buSzPts val="1800"/>
              <a:buNone/>
            </a:pPr>
            <a:r>
              <a:rPr lang="en-US" sz="1400"/>
              <a:t>Move objective and patients to middle colume.  Combine patient population and methods</a:t>
            </a:r>
            <a:endParaRPr sz="1400"/>
          </a:p>
          <a:p>
            <a:pPr indent="0" lvl="0" marL="0" rtl="0" algn="l">
              <a:spcBef>
                <a:spcPts val="0"/>
              </a:spcBef>
              <a:spcAft>
                <a:spcPts val="0"/>
              </a:spcAft>
              <a:buSzPts val="1800"/>
              <a:buNone/>
            </a:pPr>
            <a:r>
              <a:rPr lang="en-US" sz="1400"/>
              <a:t>Number and add references to picture</a:t>
            </a:r>
            <a:endParaRPr sz="1400"/>
          </a:p>
          <a:p>
            <a:pPr indent="0" lvl="0" marL="0" rtl="0" algn="l">
              <a:spcBef>
                <a:spcPts val="0"/>
              </a:spcBef>
              <a:spcAft>
                <a:spcPts val="0"/>
              </a:spcAft>
              <a:buSzPts val="1800"/>
              <a:buNone/>
            </a:pPr>
            <a:r>
              <a:rPr lang="en-US" sz="1400"/>
              <a:t>Delete hospital patient records</a:t>
            </a:r>
            <a:endParaRPr sz="1400"/>
          </a:p>
          <a:p>
            <a:pPr indent="0" lvl="0" marL="0" rtl="0" algn="l">
              <a:spcBef>
                <a:spcPts val="0"/>
              </a:spcBef>
              <a:spcAft>
                <a:spcPts val="0"/>
              </a:spcAft>
              <a:buNone/>
            </a:pPr>
            <a:r>
              <a:t/>
            </a:r>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2d166622d_1_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2d166622d_1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52d166622d_1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2d166622d_1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2d166622d_1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g352d166622d_1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 name="Shape 10"/>
        <p:cNvGrpSpPr/>
        <p:nvPr/>
      </p:nvGrpSpPr>
      <p:grpSpPr>
        <a:xfrm>
          <a:off x="0" y="0"/>
          <a:ext cx="0" cy="0"/>
          <a:chOff x="0" y="0"/>
          <a:chExt cx="0" cy="0"/>
        </a:xfrm>
      </p:grpSpPr>
      <p:sp>
        <p:nvSpPr>
          <p:cNvPr id="11" name="Google Shape;11;p2"/>
          <p:cNvSpPr/>
          <p:nvPr/>
        </p:nvSpPr>
        <p:spPr>
          <a:xfrm>
            <a:off x="914400" y="914401"/>
            <a:ext cx="42062400" cy="45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2"/>
          <p:cNvSpPr txBox="1"/>
          <p:nvPr>
            <p:ph type="title"/>
          </p:nvPr>
        </p:nvSpPr>
        <p:spPr>
          <a:xfrm>
            <a:off x="927463" y="903515"/>
            <a:ext cx="42062400" cy="4572000"/>
          </a:xfrm>
          <a:prstGeom prst="rect">
            <a:avLst/>
          </a:prstGeom>
          <a:noFill/>
          <a:ln>
            <a:noFill/>
          </a:ln>
        </p:spPr>
        <p:txBody>
          <a:bodyPr anchorCtr="0" anchor="t" bIns="45700" lIns="91425" spcFirstLastPara="1" rIns="91425" wrap="square" tIns="274300">
            <a:normAutofit/>
          </a:bodyPr>
          <a:lstStyle>
            <a:lvl1pPr lvl="0" marR="0" rtl="0" algn="ctr">
              <a:lnSpc>
                <a:spcPct val="90000"/>
              </a:lnSpc>
              <a:spcBef>
                <a:spcPts val="0"/>
              </a:spcBef>
              <a:spcAft>
                <a:spcPts val="0"/>
              </a:spcAft>
              <a:buClr>
                <a:schemeClr val="dk1"/>
              </a:buClr>
              <a:buSzPts val="9000"/>
              <a:buFont typeface="Arial"/>
              <a:buNone/>
              <a:defRPr b="1" i="0" sz="9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
          <p:cNvSpPr txBox="1"/>
          <p:nvPr>
            <p:ph idx="1" type="body"/>
          </p:nvPr>
        </p:nvSpPr>
        <p:spPr>
          <a:xfrm>
            <a:off x="927463" y="3189289"/>
            <a:ext cx="42062400" cy="228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480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indent="-228600" lvl="1" marL="914400" marR="0" rtl="0" algn="ctr">
              <a:lnSpc>
                <a:spcPct val="90000"/>
              </a:lnSpc>
              <a:spcBef>
                <a:spcPts val="240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228600" lvl="4" marL="2286000" marR="0" rtl="0" algn="l">
              <a:lnSpc>
                <a:spcPct val="90000"/>
              </a:lnSpc>
              <a:spcBef>
                <a:spcPts val="2400"/>
              </a:spcBef>
              <a:spcAft>
                <a:spcPts val="0"/>
              </a:spcAft>
              <a:buClr>
                <a:schemeClr val="dk1"/>
              </a:buClr>
              <a:buSzPts val="8640"/>
              <a:buFont typeface="Arial"/>
              <a:buNone/>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14" name="Google Shape;14;p2"/>
          <p:cNvSpPr/>
          <p:nvPr>
            <p:ph idx="2" type="pic"/>
          </p:nvPr>
        </p:nvSpPr>
        <p:spPr>
          <a:xfrm>
            <a:off x="36589063" y="903063"/>
            <a:ext cx="6400800" cy="4572000"/>
          </a:xfrm>
          <a:prstGeom prst="rect">
            <a:avLst/>
          </a:prstGeom>
          <a:noFill/>
          <a:ln>
            <a:noFill/>
          </a:ln>
        </p:spPr>
      </p:sp>
      <p:sp>
        <p:nvSpPr>
          <p:cNvPr id="15" name="Google Shape;15;p2"/>
          <p:cNvSpPr/>
          <p:nvPr>
            <p:ph idx="3" type="pic"/>
          </p:nvPr>
        </p:nvSpPr>
        <p:spPr>
          <a:xfrm>
            <a:off x="927099" y="903063"/>
            <a:ext cx="6400800" cy="4572000"/>
          </a:xfrm>
          <a:prstGeom prst="rect">
            <a:avLst/>
          </a:prstGeom>
          <a:noFill/>
          <a:ln>
            <a:noFill/>
          </a:ln>
        </p:spPr>
      </p:sp>
      <p:sp>
        <p:nvSpPr>
          <p:cNvPr id="16" name="Google Shape;16;p2"/>
          <p:cNvSpPr txBox="1"/>
          <p:nvPr>
            <p:ph idx="4" type="body"/>
          </p:nvPr>
        </p:nvSpPr>
        <p:spPr>
          <a:xfrm>
            <a:off x="914400" y="16459200"/>
            <a:ext cx="13405104" cy="1371600"/>
          </a:xfrm>
          <a:prstGeom prst="rect">
            <a:avLst/>
          </a:prstGeom>
          <a:solidFill>
            <a:schemeClr val="accent1"/>
          </a:solidFill>
          <a:ln>
            <a:noFill/>
          </a:ln>
        </p:spPr>
        <p:txBody>
          <a:bodyPr anchorCtr="0" anchor="t" bIns="45700" lIns="91425" spcFirstLastPara="1" rIns="91425"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457200" lvl="1" marL="9144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17" name="Google Shape;17;p2"/>
          <p:cNvSpPr txBox="1"/>
          <p:nvPr>
            <p:ph idx="5" type="body"/>
          </p:nvPr>
        </p:nvSpPr>
        <p:spPr>
          <a:xfrm>
            <a:off x="914400" y="6400800"/>
            <a:ext cx="13405104"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18" name="Google Shape;18;p2"/>
          <p:cNvSpPr txBox="1"/>
          <p:nvPr>
            <p:ph idx="6" type="body"/>
          </p:nvPr>
        </p:nvSpPr>
        <p:spPr>
          <a:xfrm>
            <a:off x="29562552" y="28803600"/>
            <a:ext cx="13405104" cy="32004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19" name="Google Shape;19;p2"/>
          <p:cNvSpPr txBox="1"/>
          <p:nvPr>
            <p:ph idx="7" type="body"/>
          </p:nvPr>
        </p:nvSpPr>
        <p:spPr>
          <a:xfrm>
            <a:off x="29584759" y="23317200"/>
            <a:ext cx="13405104" cy="45720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0" name="Google Shape;20;p2"/>
          <p:cNvSpPr txBox="1"/>
          <p:nvPr>
            <p:ph idx="8" type="body"/>
          </p:nvPr>
        </p:nvSpPr>
        <p:spPr>
          <a:xfrm>
            <a:off x="29584759" y="7772400"/>
            <a:ext cx="13405104" cy="132588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1" name="Google Shape;21;p2"/>
          <p:cNvSpPr txBox="1"/>
          <p:nvPr>
            <p:ph idx="9" type="body"/>
          </p:nvPr>
        </p:nvSpPr>
        <p:spPr>
          <a:xfrm>
            <a:off x="15233904" y="7772400"/>
            <a:ext cx="13405104" cy="242316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2" name="Google Shape;22;p2"/>
          <p:cNvSpPr txBox="1"/>
          <p:nvPr>
            <p:ph idx="13" type="body"/>
          </p:nvPr>
        </p:nvSpPr>
        <p:spPr>
          <a:xfrm>
            <a:off x="914400" y="17830800"/>
            <a:ext cx="13405104" cy="142494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3" name="Google Shape;23;p2"/>
          <p:cNvSpPr txBox="1"/>
          <p:nvPr>
            <p:ph idx="14" type="body"/>
          </p:nvPr>
        </p:nvSpPr>
        <p:spPr>
          <a:xfrm>
            <a:off x="914400" y="7772400"/>
            <a:ext cx="13405104" cy="78486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4" name="Google Shape;24;p2"/>
          <p:cNvSpPr/>
          <p:nvPr>
            <p:ph idx="15" type="chart"/>
          </p:nvPr>
        </p:nvSpPr>
        <p:spPr>
          <a:xfrm>
            <a:off x="16157448" y="13259638"/>
            <a:ext cx="11576304" cy="7315200"/>
          </a:xfrm>
          <a:prstGeom prst="rect">
            <a:avLst/>
          </a:prstGeom>
          <a:noFill/>
          <a:ln>
            <a:noFill/>
          </a:ln>
        </p:spPr>
        <p:txBody>
          <a:bodyPr anchorCtr="0" anchor="t" bIns="45700" lIns="91425" spcFirstLastPara="1" rIns="274300" wrap="square" tIns="45700">
            <a:noAutofit/>
          </a:bodyPr>
          <a:lstStyle>
            <a:lvl1pPr lvl="0" marR="0" rtl="0" algn="l">
              <a:lnSpc>
                <a:spcPct val="90000"/>
              </a:lnSpc>
              <a:spcBef>
                <a:spcPts val="48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2pPr>
            <a:lvl3pPr lvl="2"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lvl="3"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lvl="4"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lvl="5"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lvl="6"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lvl="7"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lvl="8"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5" name="Google Shape;25;p2"/>
          <p:cNvSpPr txBox="1"/>
          <p:nvPr>
            <p:ph idx="16" type="body"/>
          </p:nvPr>
        </p:nvSpPr>
        <p:spPr>
          <a:xfrm>
            <a:off x="15233904" y="6400800"/>
            <a:ext cx="13405104"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6" name="Google Shape;26;p2"/>
          <p:cNvSpPr txBox="1"/>
          <p:nvPr>
            <p:ph idx="17" type="body"/>
          </p:nvPr>
        </p:nvSpPr>
        <p:spPr>
          <a:xfrm>
            <a:off x="29562552" y="6400800"/>
            <a:ext cx="13405104"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27" name="Google Shape;27;p2"/>
          <p:cNvSpPr txBox="1"/>
          <p:nvPr>
            <p:ph idx="18" type="body"/>
          </p:nvPr>
        </p:nvSpPr>
        <p:spPr>
          <a:xfrm>
            <a:off x="29562552" y="21945600"/>
            <a:ext cx="13405104"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
  <p:cSld name="4 Column">
    <p:spTree>
      <p:nvGrpSpPr>
        <p:cNvPr id="28" name="Shape 28"/>
        <p:cNvGrpSpPr/>
        <p:nvPr/>
      </p:nvGrpSpPr>
      <p:grpSpPr>
        <a:xfrm>
          <a:off x="0" y="0"/>
          <a:ext cx="0" cy="0"/>
          <a:chOff x="0" y="0"/>
          <a:chExt cx="0" cy="0"/>
        </a:xfrm>
      </p:grpSpPr>
      <p:sp>
        <p:nvSpPr>
          <p:cNvPr id="29" name="Google Shape;29;p3"/>
          <p:cNvSpPr/>
          <p:nvPr/>
        </p:nvSpPr>
        <p:spPr>
          <a:xfrm>
            <a:off x="914400" y="914401"/>
            <a:ext cx="42062400" cy="457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0" name="Google Shape;30;p3"/>
          <p:cNvSpPr txBox="1"/>
          <p:nvPr>
            <p:ph type="title"/>
          </p:nvPr>
        </p:nvSpPr>
        <p:spPr>
          <a:xfrm>
            <a:off x="914400" y="914400"/>
            <a:ext cx="42062400" cy="4572000"/>
          </a:xfrm>
          <a:prstGeom prst="rect">
            <a:avLst/>
          </a:prstGeom>
          <a:noFill/>
          <a:ln>
            <a:noFill/>
          </a:ln>
        </p:spPr>
        <p:txBody>
          <a:bodyPr anchorCtr="0" anchor="t" bIns="45700" lIns="91425" spcFirstLastPara="1" rIns="91425" wrap="square" tIns="274300">
            <a:normAutofit/>
          </a:bodyPr>
          <a:lstStyle>
            <a:lvl1pPr lvl="0" marR="0" rtl="0" algn="ctr">
              <a:lnSpc>
                <a:spcPct val="90000"/>
              </a:lnSpc>
              <a:spcBef>
                <a:spcPts val="0"/>
              </a:spcBef>
              <a:spcAft>
                <a:spcPts val="0"/>
              </a:spcAft>
              <a:buClr>
                <a:schemeClr val="dk1"/>
              </a:buClr>
              <a:buSzPts val="9000"/>
              <a:buFont typeface="Arial"/>
              <a:buNone/>
              <a:defRPr b="1" i="0" sz="90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 name="Google Shape;31;p3"/>
          <p:cNvSpPr txBox="1"/>
          <p:nvPr>
            <p:ph idx="1" type="body"/>
          </p:nvPr>
        </p:nvSpPr>
        <p:spPr>
          <a:xfrm>
            <a:off x="914400" y="3200400"/>
            <a:ext cx="42062400" cy="228600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4800"/>
              </a:spcBef>
              <a:spcAft>
                <a:spcPts val="0"/>
              </a:spcAft>
              <a:buClr>
                <a:schemeClr val="dk1"/>
              </a:buClr>
              <a:buSzPts val="6000"/>
              <a:buFont typeface="Arial"/>
              <a:buNone/>
              <a:defRPr b="0" i="0" sz="6000" u="none" cap="none" strike="noStrike">
                <a:solidFill>
                  <a:schemeClr val="dk1"/>
                </a:solidFill>
                <a:latin typeface="Arial"/>
                <a:ea typeface="Arial"/>
                <a:cs typeface="Arial"/>
                <a:sym typeface="Arial"/>
              </a:defRPr>
            </a:lvl1pPr>
            <a:lvl2pPr indent="-228600" lvl="1" marL="914400" marR="0" rtl="0" algn="ctr">
              <a:lnSpc>
                <a:spcPct val="90000"/>
              </a:lnSpc>
              <a:spcBef>
                <a:spcPts val="240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228600" lvl="4" marL="2286000" marR="0" rtl="0" algn="l">
              <a:lnSpc>
                <a:spcPct val="90000"/>
              </a:lnSpc>
              <a:spcBef>
                <a:spcPts val="2400"/>
              </a:spcBef>
              <a:spcAft>
                <a:spcPts val="0"/>
              </a:spcAft>
              <a:buClr>
                <a:schemeClr val="dk1"/>
              </a:buClr>
              <a:buSzPts val="8640"/>
              <a:buFont typeface="Arial"/>
              <a:buNone/>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32" name="Google Shape;32;p3"/>
          <p:cNvSpPr/>
          <p:nvPr>
            <p:ph idx="2" type="pic"/>
          </p:nvPr>
        </p:nvSpPr>
        <p:spPr>
          <a:xfrm>
            <a:off x="36576000" y="914400"/>
            <a:ext cx="6400800" cy="4572000"/>
          </a:xfrm>
          <a:prstGeom prst="rect">
            <a:avLst/>
          </a:prstGeom>
          <a:noFill/>
          <a:ln>
            <a:noFill/>
          </a:ln>
        </p:spPr>
      </p:sp>
      <p:sp>
        <p:nvSpPr>
          <p:cNvPr id="33" name="Google Shape;33;p3"/>
          <p:cNvSpPr/>
          <p:nvPr>
            <p:ph idx="3" type="pic"/>
          </p:nvPr>
        </p:nvSpPr>
        <p:spPr>
          <a:xfrm>
            <a:off x="914400" y="914400"/>
            <a:ext cx="6400800" cy="4572000"/>
          </a:xfrm>
          <a:prstGeom prst="rect">
            <a:avLst/>
          </a:prstGeom>
          <a:noFill/>
          <a:ln>
            <a:noFill/>
          </a:ln>
        </p:spPr>
      </p:sp>
      <p:sp>
        <p:nvSpPr>
          <p:cNvPr id="34" name="Google Shape;34;p3"/>
          <p:cNvSpPr txBox="1"/>
          <p:nvPr>
            <p:ph idx="4" type="body"/>
          </p:nvPr>
        </p:nvSpPr>
        <p:spPr>
          <a:xfrm>
            <a:off x="914400" y="16459200"/>
            <a:ext cx="9829800" cy="1371600"/>
          </a:xfrm>
          <a:prstGeom prst="rect">
            <a:avLst/>
          </a:prstGeom>
          <a:solidFill>
            <a:schemeClr val="accent1"/>
          </a:solidFill>
          <a:ln>
            <a:noFill/>
          </a:ln>
        </p:spPr>
        <p:txBody>
          <a:bodyPr anchorCtr="0" anchor="t" bIns="45700" lIns="91425" spcFirstLastPara="1" rIns="91425"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457200" lvl="1" marL="9144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35" name="Google Shape;35;p3"/>
          <p:cNvSpPr txBox="1"/>
          <p:nvPr>
            <p:ph idx="5" type="body"/>
          </p:nvPr>
        </p:nvSpPr>
        <p:spPr>
          <a:xfrm>
            <a:off x="914400" y="6400800"/>
            <a:ext cx="9829800"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36" name="Google Shape;36;p3"/>
          <p:cNvSpPr txBox="1"/>
          <p:nvPr>
            <p:ph idx="6" type="body"/>
          </p:nvPr>
        </p:nvSpPr>
        <p:spPr>
          <a:xfrm>
            <a:off x="33147000" y="28803600"/>
            <a:ext cx="9829799" cy="32004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37" name="Google Shape;37;p3"/>
          <p:cNvSpPr txBox="1"/>
          <p:nvPr>
            <p:ph idx="7" type="body"/>
          </p:nvPr>
        </p:nvSpPr>
        <p:spPr>
          <a:xfrm>
            <a:off x="33147000" y="23317200"/>
            <a:ext cx="9829799" cy="45720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38" name="Google Shape;38;p3"/>
          <p:cNvSpPr txBox="1"/>
          <p:nvPr>
            <p:ph idx="8" type="body"/>
          </p:nvPr>
        </p:nvSpPr>
        <p:spPr>
          <a:xfrm>
            <a:off x="33147000" y="7772400"/>
            <a:ext cx="9829799" cy="132588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39" name="Google Shape;39;p3"/>
          <p:cNvSpPr txBox="1"/>
          <p:nvPr>
            <p:ph idx="9" type="body"/>
          </p:nvPr>
        </p:nvSpPr>
        <p:spPr>
          <a:xfrm>
            <a:off x="22405794" y="7772400"/>
            <a:ext cx="9829799" cy="242316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0" name="Google Shape;40;p3"/>
          <p:cNvSpPr txBox="1"/>
          <p:nvPr>
            <p:ph idx="13" type="body"/>
          </p:nvPr>
        </p:nvSpPr>
        <p:spPr>
          <a:xfrm>
            <a:off x="11658600" y="7772400"/>
            <a:ext cx="9829799" cy="242316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1" name="Google Shape;41;p3"/>
          <p:cNvSpPr txBox="1"/>
          <p:nvPr>
            <p:ph idx="14" type="body"/>
          </p:nvPr>
        </p:nvSpPr>
        <p:spPr>
          <a:xfrm>
            <a:off x="914400" y="17830800"/>
            <a:ext cx="9829799" cy="141732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2" name="Google Shape;42;p3"/>
          <p:cNvSpPr txBox="1"/>
          <p:nvPr>
            <p:ph idx="15" type="body"/>
          </p:nvPr>
        </p:nvSpPr>
        <p:spPr>
          <a:xfrm>
            <a:off x="914400" y="7772400"/>
            <a:ext cx="9829799" cy="7772400"/>
          </a:xfrm>
          <a:prstGeom prst="rect">
            <a:avLst/>
          </a:prstGeom>
          <a:solidFill>
            <a:schemeClr val="lt1"/>
          </a:solidFill>
          <a:ln>
            <a:noFill/>
          </a:ln>
        </p:spPr>
        <p:txBody>
          <a:bodyPr anchorCtr="0" anchor="t" bIns="45700" lIns="182875" spcFirstLastPara="1" rIns="182875" wrap="square" tIns="182875">
            <a:noAutofit/>
          </a:bodyPr>
          <a:lstStyle>
            <a:lvl1pPr indent="-228600" lvl="0" marL="457200" marR="0" rtl="0" algn="l">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6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3" name="Google Shape;43;p3"/>
          <p:cNvSpPr/>
          <p:nvPr>
            <p:ph idx="16" type="chart"/>
          </p:nvPr>
        </p:nvSpPr>
        <p:spPr>
          <a:xfrm>
            <a:off x="12565923" y="13470654"/>
            <a:ext cx="8001000" cy="7315200"/>
          </a:xfrm>
          <a:prstGeom prst="rect">
            <a:avLst/>
          </a:prstGeom>
          <a:noFill/>
          <a:ln>
            <a:noFill/>
          </a:ln>
        </p:spPr>
        <p:txBody>
          <a:bodyPr anchorCtr="0" anchor="t" bIns="45700" lIns="91425" spcFirstLastPara="1" rIns="274300" wrap="square" tIns="45700">
            <a:noAutofit/>
          </a:bodyPr>
          <a:lstStyle>
            <a:lvl1pPr lvl="0" marR="0" rtl="0" algn="l">
              <a:lnSpc>
                <a:spcPct val="90000"/>
              </a:lnSpc>
              <a:spcBef>
                <a:spcPts val="48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2pPr>
            <a:lvl3pPr lvl="2"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lvl="3"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lvl="4"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lvl="5"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lvl="6"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lvl="7"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lvl="8"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4" name="Google Shape;44;p3"/>
          <p:cNvSpPr txBox="1"/>
          <p:nvPr>
            <p:ph idx="17" type="body"/>
          </p:nvPr>
        </p:nvSpPr>
        <p:spPr>
          <a:xfrm>
            <a:off x="11658600" y="6400800"/>
            <a:ext cx="9829800"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5" name="Google Shape;45;p3"/>
          <p:cNvSpPr txBox="1"/>
          <p:nvPr>
            <p:ph idx="18" type="body"/>
          </p:nvPr>
        </p:nvSpPr>
        <p:spPr>
          <a:xfrm>
            <a:off x="22402800" y="6400800"/>
            <a:ext cx="9829800"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6" name="Google Shape;46;p3"/>
          <p:cNvSpPr txBox="1"/>
          <p:nvPr>
            <p:ph idx="19" type="body"/>
          </p:nvPr>
        </p:nvSpPr>
        <p:spPr>
          <a:xfrm>
            <a:off x="33147000" y="6400800"/>
            <a:ext cx="9829800"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
        <p:nvSpPr>
          <p:cNvPr id="47" name="Google Shape;47;p3"/>
          <p:cNvSpPr txBox="1"/>
          <p:nvPr>
            <p:ph idx="20" type="body"/>
          </p:nvPr>
        </p:nvSpPr>
        <p:spPr>
          <a:xfrm>
            <a:off x="33147000" y="21945600"/>
            <a:ext cx="9829800" cy="1371600"/>
          </a:xfrm>
          <a:prstGeom prst="rect">
            <a:avLst/>
          </a:prstGeom>
          <a:solidFill>
            <a:schemeClr val="accent1"/>
          </a:solidFill>
          <a:ln>
            <a:noFill/>
          </a:ln>
        </p:spPr>
        <p:txBody>
          <a:bodyPr anchorCtr="0" anchor="t" bIns="274300" lIns="274300" spcFirstLastPara="1" rIns="274300" wrap="square" tIns="274300">
            <a:noAutofit/>
          </a:bodyPr>
          <a:lstStyle>
            <a:lvl1pPr indent="-228600" lvl="0" marL="457200" marR="0" rtl="0" algn="l">
              <a:lnSpc>
                <a:spcPct val="90000"/>
              </a:lnSpc>
              <a:spcBef>
                <a:spcPts val="4800"/>
              </a:spcBef>
              <a:spcAft>
                <a:spcPts val="0"/>
              </a:spcAft>
              <a:buClr>
                <a:schemeClr val="dk1"/>
              </a:buClr>
              <a:buSzPts val="6000"/>
              <a:buFont typeface="Arial"/>
              <a:buNone/>
              <a:defRPr b="1" i="0" sz="6000" u="none" cap="none" strike="noStrike">
                <a:solidFill>
                  <a:schemeClr val="dk1"/>
                </a:solidFill>
                <a:latin typeface="Arial"/>
                <a:ea typeface="Arial"/>
                <a:cs typeface="Arial"/>
                <a:sym typeface="Arial"/>
              </a:defRPr>
            </a:lvl1pPr>
            <a:lvl2pPr indent="-228600" lvl="1" marL="914400" marR="0" rtl="0" algn="l">
              <a:lnSpc>
                <a:spcPct val="90000"/>
              </a:lnSpc>
              <a:spcBef>
                <a:spcPts val="240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2pPr>
            <a:lvl3pPr indent="-457200" lvl="2" marL="1371600" marR="0" rtl="0" algn="l">
              <a:lnSpc>
                <a:spcPct val="90000"/>
              </a:lnSpc>
              <a:spcBef>
                <a:spcPts val="2400"/>
              </a:spcBef>
              <a:spcAft>
                <a:spcPts val="0"/>
              </a:spcAft>
              <a:buClr>
                <a:schemeClr val="dk1"/>
              </a:buClr>
              <a:buSzPts val="3600"/>
              <a:buFont typeface="Arial"/>
              <a:buChar char="•"/>
              <a:defRPr b="0" i="0" sz="3600" u="none" cap="none" strike="noStrike">
                <a:solidFill>
                  <a:schemeClr val="dk1"/>
                </a:solidFill>
                <a:latin typeface="Arial"/>
                <a:ea typeface="Arial"/>
                <a:cs typeface="Arial"/>
                <a:sym typeface="Arial"/>
              </a:defRPr>
            </a:lvl3pPr>
            <a:lvl4pPr indent="-777239" lvl="3" marL="1828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4pPr>
            <a:lvl5pPr indent="-777239" lvl="4" marL="22860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5pPr>
            <a:lvl6pPr indent="-777239" lvl="5" marL="27432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6pPr>
            <a:lvl7pPr indent="-777239" lvl="6" marL="32004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7pPr>
            <a:lvl8pPr indent="-777239" lvl="7" marL="36576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8pPr>
            <a:lvl9pPr indent="-777240" lvl="8" marL="4114800" marR="0" rtl="0" algn="l">
              <a:lnSpc>
                <a:spcPct val="90000"/>
              </a:lnSpc>
              <a:spcBef>
                <a:spcPts val="2400"/>
              </a:spcBef>
              <a:spcAft>
                <a:spcPts val="0"/>
              </a:spcAft>
              <a:buClr>
                <a:schemeClr val="dk1"/>
              </a:buClr>
              <a:buSzPts val="8640"/>
              <a:buFont typeface="Arial"/>
              <a:buChar char="•"/>
              <a:defRPr b="0" i="0" sz="864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8" name="Shape 58"/>
        <p:cNvGrpSpPr/>
        <p:nvPr/>
      </p:nvGrpSpPr>
      <p:grpSpPr>
        <a:xfrm>
          <a:off x="0" y="0"/>
          <a:ext cx="0" cy="0"/>
          <a:chOff x="0" y="0"/>
          <a:chExt cx="0" cy="0"/>
        </a:xfrm>
      </p:grpSpPr>
      <p:sp>
        <p:nvSpPr>
          <p:cNvPr id="59" name="Google Shape;59;p6"/>
          <p:cNvSpPr txBox="1"/>
          <p:nvPr>
            <p:ph type="title"/>
          </p:nvPr>
        </p:nvSpPr>
        <p:spPr>
          <a:xfrm rot="5400000">
            <a:off x="22766772" y="11430727"/>
            <a:ext cx="26336377" cy="9325310"/>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6"/>
          <p:cNvSpPr txBox="1"/>
          <p:nvPr>
            <p:ph idx="1" type="body"/>
          </p:nvPr>
        </p:nvSpPr>
        <p:spPr>
          <a:xfrm rot="5400000">
            <a:off x="4047769" y="2171010"/>
            <a:ext cx="26336377" cy="27844745"/>
          </a:xfrm>
          <a:prstGeom prst="rect">
            <a:avLst/>
          </a:prstGeom>
          <a:noFill/>
          <a:ln>
            <a:noFill/>
          </a:ln>
        </p:spPr>
        <p:txBody>
          <a:bodyPr anchorCtr="0" anchor="t" bIns="239775" lIns="479575" spcFirstLastPara="1" rIns="479575" wrap="square" tIns="239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1" name="Google Shape;61;p6"/>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7"/>
          <p:cNvSpPr txBox="1"/>
          <p:nvPr>
            <p:ph type="title"/>
          </p:nvPr>
        </p:nvSpPr>
        <p:spPr>
          <a:xfrm>
            <a:off x="3293533" y="2925762"/>
            <a:ext cx="37304133" cy="5484812"/>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7"/>
          <p:cNvSpPr txBox="1"/>
          <p:nvPr>
            <p:ph idx="1" type="body"/>
          </p:nvPr>
        </p:nvSpPr>
        <p:spPr>
          <a:xfrm rot="5400000">
            <a:off x="12068969" y="733689"/>
            <a:ext cx="19753262" cy="37304133"/>
          </a:xfrm>
          <a:prstGeom prst="rect">
            <a:avLst/>
          </a:prstGeom>
          <a:noFill/>
          <a:ln>
            <a:noFill/>
          </a:ln>
        </p:spPr>
        <p:txBody>
          <a:bodyPr anchorCtr="0" anchor="t" bIns="239775" lIns="479575" spcFirstLastPara="1" rIns="479575" wrap="square" tIns="239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 name="Google Shape;67;p7"/>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7"/>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7"/>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8"/>
          <p:cNvSpPr txBox="1"/>
          <p:nvPr>
            <p:ph type="title"/>
          </p:nvPr>
        </p:nvSpPr>
        <p:spPr>
          <a:xfrm>
            <a:off x="8602396" y="23042606"/>
            <a:ext cx="26334720" cy="2720883"/>
          </a:xfrm>
          <a:prstGeom prst="rect">
            <a:avLst/>
          </a:prstGeom>
          <a:noFill/>
          <a:ln>
            <a:noFill/>
          </a:ln>
        </p:spPr>
        <p:txBody>
          <a:bodyPr anchorCtr="0" anchor="b" bIns="239775" lIns="479575" spcFirstLastPara="1" rIns="479575" wrap="square" tIns="239775">
            <a:noAutofit/>
          </a:bodyPr>
          <a:lstStyle>
            <a:lvl1pPr lvl="0" algn="l">
              <a:spcBef>
                <a:spcPts val="0"/>
              </a:spcBef>
              <a:spcAft>
                <a:spcPts val="0"/>
              </a:spcAft>
              <a:buSzPts val="1400"/>
              <a:buNone/>
              <a:defRPr b="1" sz="1978"/>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 name="Google Shape;72;p8"/>
          <p:cNvSpPr/>
          <p:nvPr>
            <p:ph idx="2" type="pic"/>
          </p:nvPr>
        </p:nvSpPr>
        <p:spPr>
          <a:xfrm>
            <a:off x="8602396" y="2941759"/>
            <a:ext cx="26334720" cy="19750211"/>
          </a:xfrm>
          <a:prstGeom prst="rect">
            <a:avLst/>
          </a:prstGeom>
          <a:noFill/>
          <a:ln>
            <a:noFill/>
          </a:ln>
        </p:spPr>
      </p:sp>
      <p:sp>
        <p:nvSpPr>
          <p:cNvPr id="73" name="Google Shape;73;p8"/>
          <p:cNvSpPr txBox="1"/>
          <p:nvPr>
            <p:ph idx="1" type="body"/>
          </p:nvPr>
        </p:nvSpPr>
        <p:spPr>
          <a:xfrm>
            <a:off x="8602396" y="25763491"/>
            <a:ext cx="26334720" cy="3862521"/>
          </a:xfrm>
          <a:prstGeom prst="rect">
            <a:avLst/>
          </a:prstGeom>
          <a:noFill/>
          <a:ln>
            <a:noFill/>
          </a:ln>
        </p:spPr>
        <p:txBody>
          <a:bodyPr anchorCtr="0" anchor="t" bIns="239775" lIns="479575" spcFirstLastPara="1" rIns="479575" wrap="square" tIns="239775">
            <a:noAutofit/>
          </a:bodyPr>
          <a:lstStyle>
            <a:lvl1pPr indent="-228600" lvl="0" marL="457200" algn="l">
              <a:spcBef>
                <a:spcPts val="277"/>
              </a:spcBef>
              <a:spcAft>
                <a:spcPts val="0"/>
              </a:spcAft>
              <a:buClr>
                <a:schemeClr val="dk1"/>
              </a:buClr>
              <a:buSzPts val="1385"/>
              <a:buFont typeface="Times New Roman"/>
              <a:buNone/>
              <a:defRPr sz="1385"/>
            </a:lvl1pPr>
            <a:lvl2pPr indent="-228600" lvl="1" marL="914400" algn="l">
              <a:spcBef>
                <a:spcPts val="237"/>
              </a:spcBef>
              <a:spcAft>
                <a:spcPts val="0"/>
              </a:spcAft>
              <a:buClr>
                <a:schemeClr val="dk1"/>
              </a:buClr>
              <a:buSzPts val="1187"/>
              <a:buFont typeface="Times New Roman"/>
              <a:buNone/>
              <a:defRPr sz="1187"/>
            </a:lvl2pPr>
            <a:lvl3pPr indent="-228600" lvl="2" marL="1371600" algn="l">
              <a:spcBef>
                <a:spcPts val="198"/>
              </a:spcBef>
              <a:spcAft>
                <a:spcPts val="0"/>
              </a:spcAft>
              <a:buClr>
                <a:schemeClr val="dk1"/>
              </a:buClr>
              <a:buSzPts val="989"/>
              <a:buFont typeface="Times New Roman"/>
              <a:buNone/>
              <a:defRPr sz="989"/>
            </a:lvl3pPr>
            <a:lvl4pPr indent="-228600" lvl="3" marL="1828800" algn="l">
              <a:spcBef>
                <a:spcPts val="178"/>
              </a:spcBef>
              <a:spcAft>
                <a:spcPts val="0"/>
              </a:spcAft>
              <a:buClr>
                <a:schemeClr val="dk1"/>
              </a:buClr>
              <a:buSzPts val="890"/>
              <a:buFont typeface="Times New Roman"/>
              <a:buNone/>
              <a:defRPr sz="889"/>
            </a:lvl4pPr>
            <a:lvl5pPr indent="-228600" lvl="4" marL="2286000" algn="l">
              <a:spcBef>
                <a:spcPts val="178"/>
              </a:spcBef>
              <a:spcAft>
                <a:spcPts val="0"/>
              </a:spcAft>
              <a:buClr>
                <a:schemeClr val="dk1"/>
              </a:buClr>
              <a:buSzPts val="890"/>
              <a:buFont typeface="Times New Roman"/>
              <a:buNone/>
              <a:defRPr sz="889"/>
            </a:lvl5pPr>
            <a:lvl6pPr indent="-228600" lvl="5" marL="2743200" algn="l">
              <a:spcBef>
                <a:spcPts val="178"/>
              </a:spcBef>
              <a:spcAft>
                <a:spcPts val="0"/>
              </a:spcAft>
              <a:buClr>
                <a:schemeClr val="dk1"/>
              </a:buClr>
              <a:buSzPts val="890"/>
              <a:buFont typeface="Times New Roman"/>
              <a:buNone/>
              <a:defRPr sz="889"/>
            </a:lvl6pPr>
            <a:lvl7pPr indent="-228600" lvl="6" marL="3200400" algn="l">
              <a:spcBef>
                <a:spcPts val="178"/>
              </a:spcBef>
              <a:spcAft>
                <a:spcPts val="0"/>
              </a:spcAft>
              <a:buClr>
                <a:schemeClr val="dk1"/>
              </a:buClr>
              <a:buSzPts val="890"/>
              <a:buFont typeface="Times New Roman"/>
              <a:buNone/>
              <a:defRPr sz="889"/>
            </a:lvl7pPr>
            <a:lvl8pPr indent="-228600" lvl="7" marL="3657600" algn="l">
              <a:spcBef>
                <a:spcPts val="178"/>
              </a:spcBef>
              <a:spcAft>
                <a:spcPts val="0"/>
              </a:spcAft>
              <a:buClr>
                <a:schemeClr val="dk1"/>
              </a:buClr>
              <a:buSzPts val="890"/>
              <a:buFont typeface="Times New Roman"/>
              <a:buNone/>
              <a:defRPr sz="889"/>
            </a:lvl8pPr>
            <a:lvl9pPr indent="-228600" lvl="8" marL="4114800" algn="l">
              <a:spcBef>
                <a:spcPts val="178"/>
              </a:spcBef>
              <a:spcAft>
                <a:spcPts val="0"/>
              </a:spcAft>
              <a:buClr>
                <a:schemeClr val="dk1"/>
              </a:buClr>
              <a:buSzPts val="890"/>
              <a:buFont typeface="Times New Roman"/>
              <a:buNone/>
              <a:defRPr sz="889"/>
            </a:lvl9pPr>
          </a:lstStyle>
          <a:p/>
        </p:txBody>
      </p:sp>
      <p:sp>
        <p:nvSpPr>
          <p:cNvPr id="74" name="Google Shape;74;p8"/>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8"/>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8"/>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9"/>
          <p:cNvSpPr txBox="1"/>
          <p:nvPr>
            <p:ph type="title"/>
          </p:nvPr>
        </p:nvSpPr>
        <p:spPr>
          <a:xfrm>
            <a:off x="2195259" y="1310057"/>
            <a:ext cx="14438740" cy="5578430"/>
          </a:xfrm>
          <a:prstGeom prst="rect">
            <a:avLst/>
          </a:prstGeom>
          <a:noFill/>
          <a:ln>
            <a:noFill/>
          </a:ln>
        </p:spPr>
        <p:txBody>
          <a:bodyPr anchorCtr="0" anchor="b" bIns="239775" lIns="479575" spcFirstLastPara="1" rIns="479575" wrap="square" tIns="239775">
            <a:noAutofit/>
          </a:bodyPr>
          <a:lstStyle>
            <a:lvl1pPr lvl="0" algn="l">
              <a:spcBef>
                <a:spcPts val="0"/>
              </a:spcBef>
              <a:spcAft>
                <a:spcPts val="0"/>
              </a:spcAft>
              <a:buSzPts val="1400"/>
              <a:buNone/>
              <a:defRPr b="1" sz="1978"/>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9"/>
          <p:cNvSpPr txBox="1"/>
          <p:nvPr>
            <p:ph idx="1" type="body"/>
          </p:nvPr>
        </p:nvSpPr>
        <p:spPr>
          <a:xfrm>
            <a:off x="17160134" y="1310057"/>
            <a:ext cx="24537204" cy="28095079"/>
          </a:xfrm>
          <a:prstGeom prst="rect">
            <a:avLst/>
          </a:prstGeom>
          <a:noFill/>
          <a:ln>
            <a:noFill/>
          </a:ln>
        </p:spPr>
        <p:txBody>
          <a:bodyPr anchorCtr="0" anchor="t" bIns="239775" lIns="479575" spcFirstLastPara="1" rIns="479575" wrap="square" tIns="239775">
            <a:noAutofit/>
          </a:bodyPr>
          <a:lstStyle>
            <a:lvl1pPr indent="-429577" lvl="0" marL="457200" algn="l">
              <a:spcBef>
                <a:spcPts val="633"/>
              </a:spcBef>
              <a:spcAft>
                <a:spcPts val="0"/>
              </a:spcAft>
              <a:buClr>
                <a:schemeClr val="dk1"/>
              </a:buClr>
              <a:buSzPts val="3165"/>
              <a:buFont typeface="Times New Roman"/>
              <a:buChar char="•"/>
              <a:defRPr sz="3165"/>
            </a:lvl1pPr>
            <a:lvl2pPr indent="-404431" lvl="1" marL="914400" algn="l">
              <a:spcBef>
                <a:spcPts val="554"/>
              </a:spcBef>
              <a:spcAft>
                <a:spcPts val="0"/>
              </a:spcAft>
              <a:buClr>
                <a:schemeClr val="dk1"/>
              </a:buClr>
              <a:buSzPts val="2769"/>
              <a:buFont typeface="Times New Roman"/>
              <a:buChar char="–"/>
              <a:defRPr sz="2769"/>
            </a:lvl2pPr>
            <a:lvl3pPr indent="-379349" lvl="2" marL="1371600" algn="l">
              <a:spcBef>
                <a:spcPts val="475"/>
              </a:spcBef>
              <a:spcAft>
                <a:spcPts val="0"/>
              </a:spcAft>
              <a:buClr>
                <a:schemeClr val="dk1"/>
              </a:buClr>
              <a:buSzPts val="2374"/>
              <a:buFont typeface="Times New Roman"/>
              <a:buChar char="•"/>
              <a:defRPr sz="2374"/>
            </a:lvl3pPr>
            <a:lvl4pPr indent="-354203" lvl="3" marL="1828800" algn="l">
              <a:spcBef>
                <a:spcPts val="396"/>
              </a:spcBef>
              <a:spcAft>
                <a:spcPts val="0"/>
              </a:spcAft>
              <a:buClr>
                <a:schemeClr val="dk1"/>
              </a:buClr>
              <a:buSzPts val="1978"/>
              <a:buFont typeface="Times New Roman"/>
              <a:buChar char="–"/>
              <a:defRPr sz="1978"/>
            </a:lvl4pPr>
            <a:lvl5pPr indent="-354203" lvl="4" marL="2286000" algn="l">
              <a:spcBef>
                <a:spcPts val="396"/>
              </a:spcBef>
              <a:spcAft>
                <a:spcPts val="0"/>
              </a:spcAft>
              <a:buClr>
                <a:schemeClr val="dk1"/>
              </a:buClr>
              <a:buSzPts val="1978"/>
              <a:buFont typeface="Times New Roman"/>
              <a:buChar char="»"/>
              <a:defRPr sz="1978"/>
            </a:lvl5pPr>
            <a:lvl6pPr indent="-354203" lvl="5" marL="2743200" algn="l">
              <a:spcBef>
                <a:spcPts val="396"/>
              </a:spcBef>
              <a:spcAft>
                <a:spcPts val="0"/>
              </a:spcAft>
              <a:buClr>
                <a:schemeClr val="dk1"/>
              </a:buClr>
              <a:buSzPts val="1978"/>
              <a:buFont typeface="Times New Roman"/>
              <a:buChar char="»"/>
              <a:defRPr sz="1978"/>
            </a:lvl6pPr>
            <a:lvl7pPr indent="-354203" lvl="6" marL="3200400" algn="l">
              <a:spcBef>
                <a:spcPts val="396"/>
              </a:spcBef>
              <a:spcAft>
                <a:spcPts val="0"/>
              </a:spcAft>
              <a:buClr>
                <a:schemeClr val="dk1"/>
              </a:buClr>
              <a:buSzPts val="1978"/>
              <a:buFont typeface="Times New Roman"/>
              <a:buChar char="»"/>
              <a:defRPr sz="1978"/>
            </a:lvl7pPr>
            <a:lvl8pPr indent="-354203" lvl="7" marL="3657600" algn="l">
              <a:spcBef>
                <a:spcPts val="396"/>
              </a:spcBef>
              <a:spcAft>
                <a:spcPts val="0"/>
              </a:spcAft>
              <a:buClr>
                <a:schemeClr val="dk1"/>
              </a:buClr>
              <a:buSzPts val="1978"/>
              <a:buFont typeface="Times New Roman"/>
              <a:buChar char="»"/>
              <a:defRPr sz="1978"/>
            </a:lvl8pPr>
            <a:lvl9pPr indent="-354203" lvl="8" marL="4114800" algn="l">
              <a:spcBef>
                <a:spcPts val="396"/>
              </a:spcBef>
              <a:spcAft>
                <a:spcPts val="0"/>
              </a:spcAft>
              <a:buClr>
                <a:schemeClr val="dk1"/>
              </a:buClr>
              <a:buSzPts val="1978"/>
              <a:buFont typeface="Times New Roman"/>
              <a:buChar char="»"/>
              <a:defRPr sz="1978"/>
            </a:lvl9pPr>
          </a:lstStyle>
          <a:p/>
        </p:txBody>
      </p:sp>
      <p:sp>
        <p:nvSpPr>
          <p:cNvPr id="80" name="Google Shape;80;p9"/>
          <p:cNvSpPr txBox="1"/>
          <p:nvPr>
            <p:ph idx="2" type="body"/>
          </p:nvPr>
        </p:nvSpPr>
        <p:spPr>
          <a:xfrm>
            <a:off x="2195259" y="6888486"/>
            <a:ext cx="14438740" cy="22516651"/>
          </a:xfrm>
          <a:prstGeom prst="rect">
            <a:avLst/>
          </a:prstGeom>
          <a:noFill/>
          <a:ln>
            <a:noFill/>
          </a:ln>
        </p:spPr>
        <p:txBody>
          <a:bodyPr anchorCtr="0" anchor="t" bIns="239775" lIns="479575" spcFirstLastPara="1" rIns="479575" wrap="square" tIns="239775">
            <a:noAutofit/>
          </a:bodyPr>
          <a:lstStyle>
            <a:lvl1pPr indent="-228600" lvl="0" marL="457200" algn="l">
              <a:spcBef>
                <a:spcPts val="277"/>
              </a:spcBef>
              <a:spcAft>
                <a:spcPts val="0"/>
              </a:spcAft>
              <a:buClr>
                <a:schemeClr val="dk1"/>
              </a:buClr>
              <a:buSzPts val="1385"/>
              <a:buFont typeface="Times New Roman"/>
              <a:buNone/>
              <a:defRPr sz="1385"/>
            </a:lvl1pPr>
            <a:lvl2pPr indent="-228600" lvl="1" marL="914400" algn="l">
              <a:spcBef>
                <a:spcPts val="237"/>
              </a:spcBef>
              <a:spcAft>
                <a:spcPts val="0"/>
              </a:spcAft>
              <a:buClr>
                <a:schemeClr val="dk1"/>
              </a:buClr>
              <a:buSzPts val="1187"/>
              <a:buFont typeface="Times New Roman"/>
              <a:buNone/>
              <a:defRPr sz="1187"/>
            </a:lvl2pPr>
            <a:lvl3pPr indent="-228600" lvl="2" marL="1371600" algn="l">
              <a:spcBef>
                <a:spcPts val="198"/>
              </a:spcBef>
              <a:spcAft>
                <a:spcPts val="0"/>
              </a:spcAft>
              <a:buClr>
                <a:schemeClr val="dk1"/>
              </a:buClr>
              <a:buSzPts val="989"/>
              <a:buFont typeface="Times New Roman"/>
              <a:buNone/>
              <a:defRPr sz="989"/>
            </a:lvl3pPr>
            <a:lvl4pPr indent="-228600" lvl="3" marL="1828800" algn="l">
              <a:spcBef>
                <a:spcPts val="178"/>
              </a:spcBef>
              <a:spcAft>
                <a:spcPts val="0"/>
              </a:spcAft>
              <a:buClr>
                <a:schemeClr val="dk1"/>
              </a:buClr>
              <a:buSzPts val="890"/>
              <a:buFont typeface="Times New Roman"/>
              <a:buNone/>
              <a:defRPr sz="889"/>
            </a:lvl4pPr>
            <a:lvl5pPr indent="-228600" lvl="4" marL="2286000" algn="l">
              <a:spcBef>
                <a:spcPts val="178"/>
              </a:spcBef>
              <a:spcAft>
                <a:spcPts val="0"/>
              </a:spcAft>
              <a:buClr>
                <a:schemeClr val="dk1"/>
              </a:buClr>
              <a:buSzPts val="890"/>
              <a:buFont typeface="Times New Roman"/>
              <a:buNone/>
              <a:defRPr sz="889"/>
            </a:lvl5pPr>
            <a:lvl6pPr indent="-228600" lvl="5" marL="2743200" algn="l">
              <a:spcBef>
                <a:spcPts val="178"/>
              </a:spcBef>
              <a:spcAft>
                <a:spcPts val="0"/>
              </a:spcAft>
              <a:buClr>
                <a:schemeClr val="dk1"/>
              </a:buClr>
              <a:buSzPts val="890"/>
              <a:buFont typeface="Times New Roman"/>
              <a:buNone/>
              <a:defRPr sz="889"/>
            </a:lvl6pPr>
            <a:lvl7pPr indent="-228600" lvl="6" marL="3200400" algn="l">
              <a:spcBef>
                <a:spcPts val="178"/>
              </a:spcBef>
              <a:spcAft>
                <a:spcPts val="0"/>
              </a:spcAft>
              <a:buClr>
                <a:schemeClr val="dk1"/>
              </a:buClr>
              <a:buSzPts val="890"/>
              <a:buFont typeface="Times New Roman"/>
              <a:buNone/>
              <a:defRPr sz="889"/>
            </a:lvl7pPr>
            <a:lvl8pPr indent="-228600" lvl="7" marL="3657600" algn="l">
              <a:spcBef>
                <a:spcPts val="178"/>
              </a:spcBef>
              <a:spcAft>
                <a:spcPts val="0"/>
              </a:spcAft>
              <a:buClr>
                <a:schemeClr val="dk1"/>
              </a:buClr>
              <a:buSzPts val="890"/>
              <a:buFont typeface="Times New Roman"/>
              <a:buNone/>
              <a:defRPr sz="889"/>
            </a:lvl8pPr>
            <a:lvl9pPr indent="-228600" lvl="8" marL="4114800" algn="l">
              <a:spcBef>
                <a:spcPts val="178"/>
              </a:spcBef>
              <a:spcAft>
                <a:spcPts val="0"/>
              </a:spcAft>
              <a:buClr>
                <a:schemeClr val="dk1"/>
              </a:buClr>
              <a:buSzPts val="890"/>
              <a:buFont typeface="Times New Roman"/>
              <a:buNone/>
              <a:defRPr sz="889"/>
            </a:lvl9pPr>
          </a:lstStyle>
          <a:p/>
        </p:txBody>
      </p:sp>
      <p:sp>
        <p:nvSpPr>
          <p:cNvPr id="81" name="Google Shape;81;p9"/>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9"/>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9"/>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 name="Shape 84"/>
        <p:cNvGrpSpPr/>
        <p:nvPr/>
      </p:nvGrpSpPr>
      <p:grpSpPr>
        <a:xfrm>
          <a:off x="0" y="0"/>
          <a:ext cx="0" cy="0"/>
          <a:chOff x="0" y="0"/>
          <a:chExt cx="0" cy="0"/>
        </a:xfrm>
      </p:grpSpPr>
      <p:sp>
        <p:nvSpPr>
          <p:cNvPr id="85" name="Google Shape;85;p10"/>
          <p:cNvSpPr txBox="1"/>
          <p:nvPr>
            <p:ph type="title"/>
          </p:nvPr>
        </p:nvSpPr>
        <p:spPr>
          <a:xfrm>
            <a:off x="3293533" y="2925762"/>
            <a:ext cx="37304133" cy="5484812"/>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10"/>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0"/>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9" name="Shape 89"/>
        <p:cNvGrpSpPr/>
        <p:nvPr/>
      </p:nvGrpSpPr>
      <p:grpSpPr>
        <a:xfrm>
          <a:off x="0" y="0"/>
          <a:ext cx="0" cy="0"/>
          <a:chOff x="0" y="0"/>
          <a:chExt cx="0" cy="0"/>
        </a:xfrm>
      </p:grpSpPr>
      <p:sp>
        <p:nvSpPr>
          <p:cNvPr id="90" name="Google Shape;90;p11"/>
          <p:cNvSpPr txBox="1"/>
          <p:nvPr>
            <p:ph type="title"/>
          </p:nvPr>
        </p:nvSpPr>
        <p:spPr>
          <a:xfrm>
            <a:off x="2195261" y="1318340"/>
            <a:ext cx="39502080" cy="5485941"/>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1" name="Google Shape;91;p11"/>
          <p:cNvSpPr txBox="1"/>
          <p:nvPr>
            <p:ph idx="1" type="body"/>
          </p:nvPr>
        </p:nvSpPr>
        <p:spPr>
          <a:xfrm>
            <a:off x="2195259" y="7368885"/>
            <a:ext cx="19391676" cy="3070138"/>
          </a:xfrm>
          <a:prstGeom prst="rect">
            <a:avLst/>
          </a:prstGeom>
          <a:noFill/>
          <a:ln>
            <a:noFill/>
          </a:ln>
        </p:spPr>
        <p:txBody>
          <a:bodyPr anchorCtr="0" anchor="b" bIns="239775" lIns="479575" spcFirstLastPara="1" rIns="479575" wrap="square" tIns="239775">
            <a:noAutofit/>
          </a:bodyPr>
          <a:lstStyle>
            <a:lvl1pPr indent="-228600" lvl="0" marL="457200" algn="l">
              <a:spcBef>
                <a:spcPts val="475"/>
              </a:spcBef>
              <a:spcAft>
                <a:spcPts val="0"/>
              </a:spcAft>
              <a:buClr>
                <a:schemeClr val="dk1"/>
              </a:buClr>
              <a:buSzPts val="2374"/>
              <a:buFont typeface="Times New Roman"/>
              <a:buNone/>
              <a:defRPr b="1" sz="2374"/>
            </a:lvl1pPr>
            <a:lvl2pPr indent="-228600" lvl="1" marL="914400" algn="l">
              <a:spcBef>
                <a:spcPts val="396"/>
              </a:spcBef>
              <a:spcAft>
                <a:spcPts val="0"/>
              </a:spcAft>
              <a:buClr>
                <a:schemeClr val="dk1"/>
              </a:buClr>
              <a:buSzPts val="1978"/>
              <a:buFont typeface="Times New Roman"/>
              <a:buNone/>
              <a:defRPr b="1" sz="1978"/>
            </a:lvl2pPr>
            <a:lvl3pPr indent="-228600" lvl="2" marL="1371600" algn="l">
              <a:spcBef>
                <a:spcPts val="356"/>
              </a:spcBef>
              <a:spcAft>
                <a:spcPts val="0"/>
              </a:spcAft>
              <a:buClr>
                <a:schemeClr val="dk1"/>
              </a:buClr>
              <a:buSzPts val="1780"/>
              <a:buFont typeface="Times New Roman"/>
              <a:buNone/>
              <a:defRPr b="1" sz="1779"/>
            </a:lvl3pPr>
            <a:lvl4pPr indent="-228600" lvl="3" marL="1828800" algn="l">
              <a:spcBef>
                <a:spcPts val="316"/>
              </a:spcBef>
              <a:spcAft>
                <a:spcPts val="0"/>
              </a:spcAft>
              <a:buClr>
                <a:schemeClr val="dk1"/>
              </a:buClr>
              <a:buSzPts val="1582"/>
              <a:buFont typeface="Times New Roman"/>
              <a:buNone/>
              <a:defRPr b="1" sz="1582"/>
            </a:lvl4pPr>
            <a:lvl5pPr indent="-228600" lvl="4" marL="2286000" algn="l">
              <a:spcBef>
                <a:spcPts val="316"/>
              </a:spcBef>
              <a:spcAft>
                <a:spcPts val="0"/>
              </a:spcAft>
              <a:buClr>
                <a:schemeClr val="dk1"/>
              </a:buClr>
              <a:buSzPts val="1582"/>
              <a:buFont typeface="Times New Roman"/>
              <a:buNone/>
              <a:defRPr b="1" sz="1582"/>
            </a:lvl5pPr>
            <a:lvl6pPr indent="-228600" lvl="5" marL="2743200" algn="l">
              <a:spcBef>
                <a:spcPts val="316"/>
              </a:spcBef>
              <a:spcAft>
                <a:spcPts val="0"/>
              </a:spcAft>
              <a:buClr>
                <a:schemeClr val="dk1"/>
              </a:buClr>
              <a:buSzPts val="1582"/>
              <a:buFont typeface="Times New Roman"/>
              <a:buNone/>
              <a:defRPr b="1" sz="1582"/>
            </a:lvl6pPr>
            <a:lvl7pPr indent="-228600" lvl="6" marL="3200400" algn="l">
              <a:spcBef>
                <a:spcPts val="316"/>
              </a:spcBef>
              <a:spcAft>
                <a:spcPts val="0"/>
              </a:spcAft>
              <a:buClr>
                <a:schemeClr val="dk1"/>
              </a:buClr>
              <a:buSzPts val="1582"/>
              <a:buFont typeface="Times New Roman"/>
              <a:buNone/>
              <a:defRPr b="1" sz="1582"/>
            </a:lvl7pPr>
            <a:lvl8pPr indent="-228600" lvl="7" marL="3657600" algn="l">
              <a:spcBef>
                <a:spcPts val="316"/>
              </a:spcBef>
              <a:spcAft>
                <a:spcPts val="0"/>
              </a:spcAft>
              <a:buClr>
                <a:schemeClr val="dk1"/>
              </a:buClr>
              <a:buSzPts val="1582"/>
              <a:buFont typeface="Times New Roman"/>
              <a:buNone/>
              <a:defRPr b="1" sz="1582"/>
            </a:lvl8pPr>
            <a:lvl9pPr indent="-228600" lvl="8" marL="4114800" algn="l">
              <a:spcBef>
                <a:spcPts val="316"/>
              </a:spcBef>
              <a:spcAft>
                <a:spcPts val="0"/>
              </a:spcAft>
              <a:buClr>
                <a:schemeClr val="dk1"/>
              </a:buClr>
              <a:buSzPts val="1582"/>
              <a:buFont typeface="Times New Roman"/>
              <a:buNone/>
              <a:defRPr b="1" sz="1582"/>
            </a:lvl9pPr>
          </a:lstStyle>
          <a:p/>
        </p:txBody>
      </p:sp>
      <p:sp>
        <p:nvSpPr>
          <p:cNvPr id="92" name="Google Shape;92;p11"/>
          <p:cNvSpPr txBox="1"/>
          <p:nvPr>
            <p:ph idx="2" type="body"/>
          </p:nvPr>
        </p:nvSpPr>
        <p:spPr>
          <a:xfrm>
            <a:off x="2195259" y="10439024"/>
            <a:ext cx="19391676" cy="18966112"/>
          </a:xfrm>
          <a:prstGeom prst="rect">
            <a:avLst/>
          </a:prstGeom>
          <a:noFill/>
          <a:ln>
            <a:noFill/>
          </a:ln>
        </p:spPr>
        <p:txBody>
          <a:bodyPr anchorCtr="0" anchor="t" bIns="239775" lIns="479575" spcFirstLastPara="1" rIns="479575" wrap="square" tIns="239775">
            <a:noAutofit/>
          </a:bodyPr>
          <a:lstStyle>
            <a:lvl1pPr indent="-379349" lvl="0" marL="457200" algn="l">
              <a:spcBef>
                <a:spcPts val="475"/>
              </a:spcBef>
              <a:spcAft>
                <a:spcPts val="0"/>
              </a:spcAft>
              <a:buClr>
                <a:schemeClr val="dk1"/>
              </a:buClr>
              <a:buSzPts val="2374"/>
              <a:buFont typeface="Times New Roman"/>
              <a:buChar char="•"/>
              <a:defRPr sz="2374"/>
            </a:lvl1pPr>
            <a:lvl2pPr indent="-354203" lvl="1" marL="914400" algn="l">
              <a:spcBef>
                <a:spcPts val="396"/>
              </a:spcBef>
              <a:spcAft>
                <a:spcPts val="0"/>
              </a:spcAft>
              <a:buClr>
                <a:schemeClr val="dk1"/>
              </a:buClr>
              <a:buSzPts val="1978"/>
              <a:buFont typeface="Times New Roman"/>
              <a:buChar char="–"/>
              <a:defRPr sz="1978"/>
            </a:lvl2pPr>
            <a:lvl3pPr indent="-341630" lvl="2" marL="1371600" algn="l">
              <a:spcBef>
                <a:spcPts val="356"/>
              </a:spcBef>
              <a:spcAft>
                <a:spcPts val="0"/>
              </a:spcAft>
              <a:buClr>
                <a:schemeClr val="dk1"/>
              </a:buClr>
              <a:buSzPts val="1780"/>
              <a:buFont typeface="Times New Roman"/>
              <a:buChar char="•"/>
              <a:defRPr sz="1779"/>
            </a:lvl3pPr>
            <a:lvl4pPr indent="-329057" lvl="3" marL="1828800" algn="l">
              <a:spcBef>
                <a:spcPts val="316"/>
              </a:spcBef>
              <a:spcAft>
                <a:spcPts val="0"/>
              </a:spcAft>
              <a:buClr>
                <a:schemeClr val="dk1"/>
              </a:buClr>
              <a:buSzPts val="1582"/>
              <a:buFont typeface="Times New Roman"/>
              <a:buChar char="–"/>
              <a:defRPr sz="1582"/>
            </a:lvl4pPr>
            <a:lvl5pPr indent="-329057" lvl="4" marL="2286000" algn="l">
              <a:spcBef>
                <a:spcPts val="316"/>
              </a:spcBef>
              <a:spcAft>
                <a:spcPts val="0"/>
              </a:spcAft>
              <a:buClr>
                <a:schemeClr val="dk1"/>
              </a:buClr>
              <a:buSzPts val="1582"/>
              <a:buFont typeface="Times New Roman"/>
              <a:buChar char="»"/>
              <a:defRPr sz="1582"/>
            </a:lvl5pPr>
            <a:lvl6pPr indent="-329057" lvl="5" marL="2743200" algn="l">
              <a:spcBef>
                <a:spcPts val="316"/>
              </a:spcBef>
              <a:spcAft>
                <a:spcPts val="0"/>
              </a:spcAft>
              <a:buClr>
                <a:schemeClr val="dk1"/>
              </a:buClr>
              <a:buSzPts val="1582"/>
              <a:buFont typeface="Times New Roman"/>
              <a:buChar char="»"/>
              <a:defRPr sz="1582"/>
            </a:lvl6pPr>
            <a:lvl7pPr indent="-329057" lvl="6" marL="3200400" algn="l">
              <a:spcBef>
                <a:spcPts val="316"/>
              </a:spcBef>
              <a:spcAft>
                <a:spcPts val="0"/>
              </a:spcAft>
              <a:buClr>
                <a:schemeClr val="dk1"/>
              </a:buClr>
              <a:buSzPts val="1582"/>
              <a:buFont typeface="Times New Roman"/>
              <a:buChar char="»"/>
              <a:defRPr sz="1582"/>
            </a:lvl7pPr>
            <a:lvl8pPr indent="-329057" lvl="7" marL="3657600" algn="l">
              <a:spcBef>
                <a:spcPts val="316"/>
              </a:spcBef>
              <a:spcAft>
                <a:spcPts val="0"/>
              </a:spcAft>
              <a:buClr>
                <a:schemeClr val="dk1"/>
              </a:buClr>
              <a:buSzPts val="1582"/>
              <a:buFont typeface="Times New Roman"/>
              <a:buChar char="»"/>
              <a:defRPr sz="1582"/>
            </a:lvl8pPr>
            <a:lvl9pPr indent="-329057" lvl="8" marL="4114800" algn="l">
              <a:spcBef>
                <a:spcPts val="316"/>
              </a:spcBef>
              <a:spcAft>
                <a:spcPts val="0"/>
              </a:spcAft>
              <a:buClr>
                <a:schemeClr val="dk1"/>
              </a:buClr>
              <a:buSzPts val="1582"/>
              <a:buFont typeface="Times New Roman"/>
              <a:buChar char="»"/>
              <a:defRPr sz="1582"/>
            </a:lvl9pPr>
          </a:lstStyle>
          <a:p/>
        </p:txBody>
      </p:sp>
      <p:sp>
        <p:nvSpPr>
          <p:cNvPr id="93" name="Google Shape;93;p11"/>
          <p:cNvSpPr txBox="1"/>
          <p:nvPr>
            <p:ph idx="3" type="body"/>
          </p:nvPr>
        </p:nvSpPr>
        <p:spPr>
          <a:xfrm>
            <a:off x="22295894" y="7368885"/>
            <a:ext cx="19401445" cy="3070138"/>
          </a:xfrm>
          <a:prstGeom prst="rect">
            <a:avLst/>
          </a:prstGeom>
          <a:noFill/>
          <a:ln>
            <a:noFill/>
          </a:ln>
        </p:spPr>
        <p:txBody>
          <a:bodyPr anchorCtr="0" anchor="b" bIns="239775" lIns="479575" spcFirstLastPara="1" rIns="479575" wrap="square" tIns="239775">
            <a:noAutofit/>
          </a:bodyPr>
          <a:lstStyle>
            <a:lvl1pPr indent="-228600" lvl="0" marL="457200" algn="l">
              <a:spcBef>
                <a:spcPts val="475"/>
              </a:spcBef>
              <a:spcAft>
                <a:spcPts val="0"/>
              </a:spcAft>
              <a:buClr>
                <a:schemeClr val="dk1"/>
              </a:buClr>
              <a:buSzPts val="2374"/>
              <a:buFont typeface="Times New Roman"/>
              <a:buNone/>
              <a:defRPr b="1" sz="2374"/>
            </a:lvl1pPr>
            <a:lvl2pPr indent="-228600" lvl="1" marL="914400" algn="l">
              <a:spcBef>
                <a:spcPts val="396"/>
              </a:spcBef>
              <a:spcAft>
                <a:spcPts val="0"/>
              </a:spcAft>
              <a:buClr>
                <a:schemeClr val="dk1"/>
              </a:buClr>
              <a:buSzPts val="1978"/>
              <a:buFont typeface="Times New Roman"/>
              <a:buNone/>
              <a:defRPr b="1" sz="1978"/>
            </a:lvl2pPr>
            <a:lvl3pPr indent="-228600" lvl="2" marL="1371600" algn="l">
              <a:spcBef>
                <a:spcPts val="356"/>
              </a:spcBef>
              <a:spcAft>
                <a:spcPts val="0"/>
              </a:spcAft>
              <a:buClr>
                <a:schemeClr val="dk1"/>
              </a:buClr>
              <a:buSzPts val="1780"/>
              <a:buFont typeface="Times New Roman"/>
              <a:buNone/>
              <a:defRPr b="1" sz="1779"/>
            </a:lvl3pPr>
            <a:lvl4pPr indent="-228600" lvl="3" marL="1828800" algn="l">
              <a:spcBef>
                <a:spcPts val="316"/>
              </a:spcBef>
              <a:spcAft>
                <a:spcPts val="0"/>
              </a:spcAft>
              <a:buClr>
                <a:schemeClr val="dk1"/>
              </a:buClr>
              <a:buSzPts val="1582"/>
              <a:buFont typeface="Times New Roman"/>
              <a:buNone/>
              <a:defRPr b="1" sz="1582"/>
            </a:lvl4pPr>
            <a:lvl5pPr indent="-228600" lvl="4" marL="2286000" algn="l">
              <a:spcBef>
                <a:spcPts val="316"/>
              </a:spcBef>
              <a:spcAft>
                <a:spcPts val="0"/>
              </a:spcAft>
              <a:buClr>
                <a:schemeClr val="dk1"/>
              </a:buClr>
              <a:buSzPts val="1582"/>
              <a:buFont typeface="Times New Roman"/>
              <a:buNone/>
              <a:defRPr b="1" sz="1582"/>
            </a:lvl5pPr>
            <a:lvl6pPr indent="-228600" lvl="5" marL="2743200" algn="l">
              <a:spcBef>
                <a:spcPts val="316"/>
              </a:spcBef>
              <a:spcAft>
                <a:spcPts val="0"/>
              </a:spcAft>
              <a:buClr>
                <a:schemeClr val="dk1"/>
              </a:buClr>
              <a:buSzPts val="1582"/>
              <a:buFont typeface="Times New Roman"/>
              <a:buNone/>
              <a:defRPr b="1" sz="1582"/>
            </a:lvl6pPr>
            <a:lvl7pPr indent="-228600" lvl="6" marL="3200400" algn="l">
              <a:spcBef>
                <a:spcPts val="316"/>
              </a:spcBef>
              <a:spcAft>
                <a:spcPts val="0"/>
              </a:spcAft>
              <a:buClr>
                <a:schemeClr val="dk1"/>
              </a:buClr>
              <a:buSzPts val="1582"/>
              <a:buFont typeface="Times New Roman"/>
              <a:buNone/>
              <a:defRPr b="1" sz="1582"/>
            </a:lvl7pPr>
            <a:lvl8pPr indent="-228600" lvl="7" marL="3657600" algn="l">
              <a:spcBef>
                <a:spcPts val="316"/>
              </a:spcBef>
              <a:spcAft>
                <a:spcPts val="0"/>
              </a:spcAft>
              <a:buClr>
                <a:schemeClr val="dk1"/>
              </a:buClr>
              <a:buSzPts val="1582"/>
              <a:buFont typeface="Times New Roman"/>
              <a:buNone/>
              <a:defRPr b="1" sz="1582"/>
            </a:lvl8pPr>
            <a:lvl9pPr indent="-228600" lvl="8" marL="4114800" algn="l">
              <a:spcBef>
                <a:spcPts val="316"/>
              </a:spcBef>
              <a:spcAft>
                <a:spcPts val="0"/>
              </a:spcAft>
              <a:buClr>
                <a:schemeClr val="dk1"/>
              </a:buClr>
              <a:buSzPts val="1582"/>
              <a:buFont typeface="Times New Roman"/>
              <a:buNone/>
              <a:defRPr b="1" sz="1582"/>
            </a:lvl9pPr>
          </a:lstStyle>
          <a:p/>
        </p:txBody>
      </p:sp>
      <p:sp>
        <p:nvSpPr>
          <p:cNvPr id="94" name="Google Shape;94;p11"/>
          <p:cNvSpPr txBox="1"/>
          <p:nvPr>
            <p:ph idx="4" type="body"/>
          </p:nvPr>
        </p:nvSpPr>
        <p:spPr>
          <a:xfrm>
            <a:off x="22295894" y="10439024"/>
            <a:ext cx="19401445" cy="18966112"/>
          </a:xfrm>
          <a:prstGeom prst="rect">
            <a:avLst/>
          </a:prstGeom>
          <a:noFill/>
          <a:ln>
            <a:noFill/>
          </a:ln>
        </p:spPr>
        <p:txBody>
          <a:bodyPr anchorCtr="0" anchor="t" bIns="239775" lIns="479575" spcFirstLastPara="1" rIns="479575" wrap="square" tIns="239775">
            <a:noAutofit/>
          </a:bodyPr>
          <a:lstStyle>
            <a:lvl1pPr indent="-379349" lvl="0" marL="457200" algn="l">
              <a:spcBef>
                <a:spcPts val="475"/>
              </a:spcBef>
              <a:spcAft>
                <a:spcPts val="0"/>
              </a:spcAft>
              <a:buClr>
                <a:schemeClr val="dk1"/>
              </a:buClr>
              <a:buSzPts val="2374"/>
              <a:buFont typeface="Times New Roman"/>
              <a:buChar char="•"/>
              <a:defRPr sz="2374"/>
            </a:lvl1pPr>
            <a:lvl2pPr indent="-354203" lvl="1" marL="914400" algn="l">
              <a:spcBef>
                <a:spcPts val="396"/>
              </a:spcBef>
              <a:spcAft>
                <a:spcPts val="0"/>
              </a:spcAft>
              <a:buClr>
                <a:schemeClr val="dk1"/>
              </a:buClr>
              <a:buSzPts val="1978"/>
              <a:buFont typeface="Times New Roman"/>
              <a:buChar char="–"/>
              <a:defRPr sz="1978"/>
            </a:lvl2pPr>
            <a:lvl3pPr indent="-341630" lvl="2" marL="1371600" algn="l">
              <a:spcBef>
                <a:spcPts val="356"/>
              </a:spcBef>
              <a:spcAft>
                <a:spcPts val="0"/>
              </a:spcAft>
              <a:buClr>
                <a:schemeClr val="dk1"/>
              </a:buClr>
              <a:buSzPts val="1780"/>
              <a:buFont typeface="Times New Roman"/>
              <a:buChar char="•"/>
              <a:defRPr sz="1779"/>
            </a:lvl3pPr>
            <a:lvl4pPr indent="-329057" lvl="3" marL="1828800" algn="l">
              <a:spcBef>
                <a:spcPts val="316"/>
              </a:spcBef>
              <a:spcAft>
                <a:spcPts val="0"/>
              </a:spcAft>
              <a:buClr>
                <a:schemeClr val="dk1"/>
              </a:buClr>
              <a:buSzPts val="1582"/>
              <a:buFont typeface="Times New Roman"/>
              <a:buChar char="–"/>
              <a:defRPr sz="1582"/>
            </a:lvl4pPr>
            <a:lvl5pPr indent="-329057" lvl="4" marL="2286000" algn="l">
              <a:spcBef>
                <a:spcPts val="316"/>
              </a:spcBef>
              <a:spcAft>
                <a:spcPts val="0"/>
              </a:spcAft>
              <a:buClr>
                <a:schemeClr val="dk1"/>
              </a:buClr>
              <a:buSzPts val="1582"/>
              <a:buFont typeface="Times New Roman"/>
              <a:buChar char="»"/>
              <a:defRPr sz="1582"/>
            </a:lvl5pPr>
            <a:lvl6pPr indent="-329057" lvl="5" marL="2743200" algn="l">
              <a:spcBef>
                <a:spcPts val="316"/>
              </a:spcBef>
              <a:spcAft>
                <a:spcPts val="0"/>
              </a:spcAft>
              <a:buClr>
                <a:schemeClr val="dk1"/>
              </a:buClr>
              <a:buSzPts val="1582"/>
              <a:buFont typeface="Times New Roman"/>
              <a:buChar char="»"/>
              <a:defRPr sz="1582"/>
            </a:lvl6pPr>
            <a:lvl7pPr indent="-329057" lvl="6" marL="3200400" algn="l">
              <a:spcBef>
                <a:spcPts val="316"/>
              </a:spcBef>
              <a:spcAft>
                <a:spcPts val="0"/>
              </a:spcAft>
              <a:buClr>
                <a:schemeClr val="dk1"/>
              </a:buClr>
              <a:buSzPts val="1582"/>
              <a:buFont typeface="Times New Roman"/>
              <a:buChar char="»"/>
              <a:defRPr sz="1582"/>
            </a:lvl7pPr>
            <a:lvl8pPr indent="-329057" lvl="7" marL="3657600" algn="l">
              <a:spcBef>
                <a:spcPts val="316"/>
              </a:spcBef>
              <a:spcAft>
                <a:spcPts val="0"/>
              </a:spcAft>
              <a:buClr>
                <a:schemeClr val="dk1"/>
              </a:buClr>
              <a:buSzPts val="1582"/>
              <a:buFont typeface="Times New Roman"/>
              <a:buChar char="»"/>
              <a:defRPr sz="1582"/>
            </a:lvl8pPr>
            <a:lvl9pPr indent="-329057" lvl="8" marL="4114800" algn="l">
              <a:spcBef>
                <a:spcPts val="316"/>
              </a:spcBef>
              <a:spcAft>
                <a:spcPts val="0"/>
              </a:spcAft>
              <a:buClr>
                <a:schemeClr val="dk1"/>
              </a:buClr>
              <a:buSzPts val="1582"/>
              <a:buFont typeface="Times New Roman"/>
              <a:buChar char="»"/>
              <a:defRPr sz="1582"/>
            </a:lvl9pPr>
          </a:lstStyle>
          <a:p/>
        </p:txBody>
      </p:sp>
      <p:sp>
        <p:nvSpPr>
          <p:cNvPr id="95" name="Google Shape;95;p11"/>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1"/>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1"/>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8" name="Shape 98"/>
        <p:cNvGrpSpPr/>
        <p:nvPr/>
      </p:nvGrpSpPr>
      <p:grpSpPr>
        <a:xfrm>
          <a:off x="0" y="0"/>
          <a:ext cx="0" cy="0"/>
          <a:chOff x="0" y="0"/>
          <a:chExt cx="0" cy="0"/>
        </a:xfrm>
      </p:grpSpPr>
      <p:sp>
        <p:nvSpPr>
          <p:cNvPr id="99" name="Google Shape;99;p12"/>
          <p:cNvSpPr txBox="1"/>
          <p:nvPr>
            <p:ph type="title"/>
          </p:nvPr>
        </p:nvSpPr>
        <p:spPr>
          <a:xfrm>
            <a:off x="3293533" y="2925762"/>
            <a:ext cx="37304133" cy="5484812"/>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12"/>
          <p:cNvSpPr txBox="1"/>
          <p:nvPr>
            <p:ph idx="1" type="body"/>
          </p:nvPr>
        </p:nvSpPr>
        <p:spPr>
          <a:xfrm>
            <a:off x="3293585" y="9508597"/>
            <a:ext cx="18585028" cy="19752973"/>
          </a:xfrm>
          <a:prstGeom prst="rect">
            <a:avLst/>
          </a:prstGeom>
          <a:noFill/>
          <a:ln>
            <a:noFill/>
          </a:ln>
        </p:spPr>
        <p:txBody>
          <a:bodyPr anchorCtr="0" anchor="t" bIns="239775" lIns="479575" spcFirstLastPara="1" rIns="479575" wrap="square" tIns="239775">
            <a:noAutofit/>
          </a:bodyPr>
          <a:lstStyle>
            <a:lvl1pPr indent="-404431" lvl="0" marL="457200" algn="l">
              <a:spcBef>
                <a:spcPts val="554"/>
              </a:spcBef>
              <a:spcAft>
                <a:spcPts val="0"/>
              </a:spcAft>
              <a:buClr>
                <a:schemeClr val="dk1"/>
              </a:buClr>
              <a:buSzPts val="2769"/>
              <a:buFont typeface="Times New Roman"/>
              <a:buChar char="•"/>
              <a:defRPr sz="2769"/>
            </a:lvl1pPr>
            <a:lvl2pPr indent="-379349" lvl="1" marL="914400" algn="l">
              <a:spcBef>
                <a:spcPts val="475"/>
              </a:spcBef>
              <a:spcAft>
                <a:spcPts val="0"/>
              </a:spcAft>
              <a:buClr>
                <a:schemeClr val="dk1"/>
              </a:buClr>
              <a:buSzPts val="2374"/>
              <a:buFont typeface="Times New Roman"/>
              <a:buChar char="–"/>
              <a:defRPr sz="2374"/>
            </a:lvl2pPr>
            <a:lvl3pPr indent="-354203" lvl="2" marL="1371600" algn="l">
              <a:spcBef>
                <a:spcPts val="396"/>
              </a:spcBef>
              <a:spcAft>
                <a:spcPts val="0"/>
              </a:spcAft>
              <a:buClr>
                <a:schemeClr val="dk1"/>
              </a:buClr>
              <a:buSzPts val="1978"/>
              <a:buFont typeface="Times New Roman"/>
              <a:buChar char="•"/>
              <a:defRPr sz="1978"/>
            </a:lvl3pPr>
            <a:lvl4pPr indent="-341630" lvl="3" marL="1828800" algn="l">
              <a:spcBef>
                <a:spcPts val="356"/>
              </a:spcBef>
              <a:spcAft>
                <a:spcPts val="0"/>
              </a:spcAft>
              <a:buClr>
                <a:schemeClr val="dk1"/>
              </a:buClr>
              <a:buSzPts val="1780"/>
              <a:buFont typeface="Times New Roman"/>
              <a:buChar char="–"/>
              <a:defRPr sz="1779"/>
            </a:lvl4pPr>
            <a:lvl5pPr indent="-341629" lvl="4" marL="2286000" algn="l">
              <a:spcBef>
                <a:spcPts val="356"/>
              </a:spcBef>
              <a:spcAft>
                <a:spcPts val="0"/>
              </a:spcAft>
              <a:buClr>
                <a:schemeClr val="dk1"/>
              </a:buClr>
              <a:buSzPts val="1780"/>
              <a:buFont typeface="Times New Roman"/>
              <a:buChar char="»"/>
              <a:defRPr sz="1779"/>
            </a:lvl5pPr>
            <a:lvl6pPr indent="-341629" lvl="5" marL="2743200" algn="l">
              <a:spcBef>
                <a:spcPts val="356"/>
              </a:spcBef>
              <a:spcAft>
                <a:spcPts val="0"/>
              </a:spcAft>
              <a:buClr>
                <a:schemeClr val="dk1"/>
              </a:buClr>
              <a:buSzPts val="1780"/>
              <a:buFont typeface="Times New Roman"/>
              <a:buChar char="»"/>
              <a:defRPr sz="1779"/>
            </a:lvl6pPr>
            <a:lvl7pPr indent="-341629" lvl="6" marL="3200400" algn="l">
              <a:spcBef>
                <a:spcPts val="356"/>
              </a:spcBef>
              <a:spcAft>
                <a:spcPts val="0"/>
              </a:spcAft>
              <a:buClr>
                <a:schemeClr val="dk1"/>
              </a:buClr>
              <a:buSzPts val="1780"/>
              <a:buFont typeface="Times New Roman"/>
              <a:buChar char="»"/>
              <a:defRPr sz="1779"/>
            </a:lvl7pPr>
            <a:lvl8pPr indent="-341629" lvl="7" marL="3657600" algn="l">
              <a:spcBef>
                <a:spcPts val="356"/>
              </a:spcBef>
              <a:spcAft>
                <a:spcPts val="0"/>
              </a:spcAft>
              <a:buClr>
                <a:schemeClr val="dk1"/>
              </a:buClr>
              <a:buSzPts val="1780"/>
              <a:buFont typeface="Times New Roman"/>
              <a:buChar char="»"/>
              <a:defRPr sz="1779"/>
            </a:lvl8pPr>
            <a:lvl9pPr indent="-341629" lvl="8" marL="4114800" algn="l">
              <a:spcBef>
                <a:spcPts val="356"/>
              </a:spcBef>
              <a:spcAft>
                <a:spcPts val="0"/>
              </a:spcAft>
              <a:buClr>
                <a:schemeClr val="dk1"/>
              </a:buClr>
              <a:buSzPts val="1780"/>
              <a:buFont typeface="Times New Roman"/>
              <a:buChar char="»"/>
              <a:defRPr sz="1779"/>
            </a:lvl9pPr>
          </a:lstStyle>
          <a:p/>
        </p:txBody>
      </p:sp>
      <p:sp>
        <p:nvSpPr>
          <p:cNvPr id="101" name="Google Shape;101;p12"/>
          <p:cNvSpPr txBox="1"/>
          <p:nvPr>
            <p:ph idx="2" type="body"/>
          </p:nvPr>
        </p:nvSpPr>
        <p:spPr>
          <a:xfrm>
            <a:off x="22012593" y="9508597"/>
            <a:ext cx="18585027" cy="19752973"/>
          </a:xfrm>
          <a:prstGeom prst="rect">
            <a:avLst/>
          </a:prstGeom>
          <a:noFill/>
          <a:ln>
            <a:noFill/>
          </a:ln>
        </p:spPr>
        <p:txBody>
          <a:bodyPr anchorCtr="0" anchor="t" bIns="239775" lIns="479575" spcFirstLastPara="1" rIns="479575" wrap="square" tIns="239775">
            <a:noAutofit/>
          </a:bodyPr>
          <a:lstStyle>
            <a:lvl1pPr indent="-404431" lvl="0" marL="457200" algn="l">
              <a:spcBef>
                <a:spcPts val="554"/>
              </a:spcBef>
              <a:spcAft>
                <a:spcPts val="0"/>
              </a:spcAft>
              <a:buClr>
                <a:schemeClr val="dk1"/>
              </a:buClr>
              <a:buSzPts val="2769"/>
              <a:buFont typeface="Times New Roman"/>
              <a:buChar char="•"/>
              <a:defRPr sz="2769"/>
            </a:lvl1pPr>
            <a:lvl2pPr indent="-379349" lvl="1" marL="914400" algn="l">
              <a:spcBef>
                <a:spcPts val="475"/>
              </a:spcBef>
              <a:spcAft>
                <a:spcPts val="0"/>
              </a:spcAft>
              <a:buClr>
                <a:schemeClr val="dk1"/>
              </a:buClr>
              <a:buSzPts val="2374"/>
              <a:buFont typeface="Times New Roman"/>
              <a:buChar char="–"/>
              <a:defRPr sz="2374"/>
            </a:lvl2pPr>
            <a:lvl3pPr indent="-354203" lvl="2" marL="1371600" algn="l">
              <a:spcBef>
                <a:spcPts val="396"/>
              </a:spcBef>
              <a:spcAft>
                <a:spcPts val="0"/>
              </a:spcAft>
              <a:buClr>
                <a:schemeClr val="dk1"/>
              </a:buClr>
              <a:buSzPts val="1978"/>
              <a:buFont typeface="Times New Roman"/>
              <a:buChar char="•"/>
              <a:defRPr sz="1978"/>
            </a:lvl3pPr>
            <a:lvl4pPr indent="-341630" lvl="3" marL="1828800" algn="l">
              <a:spcBef>
                <a:spcPts val="356"/>
              </a:spcBef>
              <a:spcAft>
                <a:spcPts val="0"/>
              </a:spcAft>
              <a:buClr>
                <a:schemeClr val="dk1"/>
              </a:buClr>
              <a:buSzPts val="1780"/>
              <a:buFont typeface="Times New Roman"/>
              <a:buChar char="–"/>
              <a:defRPr sz="1779"/>
            </a:lvl4pPr>
            <a:lvl5pPr indent="-341629" lvl="4" marL="2286000" algn="l">
              <a:spcBef>
                <a:spcPts val="356"/>
              </a:spcBef>
              <a:spcAft>
                <a:spcPts val="0"/>
              </a:spcAft>
              <a:buClr>
                <a:schemeClr val="dk1"/>
              </a:buClr>
              <a:buSzPts val="1780"/>
              <a:buFont typeface="Times New Roman"/>
              <a:buChar char="»"/>
              <a:defRPr sz="1779"/>
            </a:lvl5pPr>
            <a:lvl6pPr indent="-341629" lvl="5" marL="2743200" algn="l">
              <a:spcBef>
                <a:spcPts val="356"/>
              </a:spcBef>
              <a:spcAft>
                <a:spcPts val="0"/>
              </a:spcAft>
              <a:buClr>
                <a:schemeClr val="dk1"/>
              </a:buClr>
              <a:buSzPts val="1780"/>
              <a:buFont typeface="Times New Roman"/>
              <a:buChar char="»"/>
              <a:defRPr sz="1779"/>
            </a:lvl6pPr>
            <a:lvl7pPr indent="-341629" lvl="6" marL="3200400" algn="l">
              <a:spcBef>
                <a:spcPts val="356"/>
              </a:spcBef>
              <a:spcAft>
                <a:spcPts val="0"/>
              </a:spcAft>
              <a:buClr>
                <a:schemeClr val="dk1"/>
              </a:buClr>
              <a:buSzPts val="1780"/>
              <a:buFont typeface="Times New Roman"/>
              <a:buChar char="»"/>
              <a:defRPr sz="1779"/>
            </a:lvl7pPr>
            <a:lvl8pPr indent="-341629" lvl="7" marL="3657600" algn="l">
              <a:spcBef>
                <a:spcPts val="356"/>
              </a:spcBef>
              <a:spcAft>
                <a:spcPts val="0"/>
              </a:spcAft>
              <a:buClr>
                <a:schemeClr val="dk1"/>
              </a:buClr>
              <a:buSzPts val="1780"/>
              <a:buFont typeface="Times New Roman"/>
              <a:buChar char="»"/>
              <a:defRPr sz="1779"/>
            </a:lvl8pPr>
            <a:lvl9pPr indent="-341629" lvl="8" marL="4114800" algn="l">
              <a:spcBef>
                <a:spcPts val="356"/>
              </a:spcBef>
              <a:spcAft>
                <a:spcPts val="0"/>
              </a:spcAft>
              <a:buClr>
                <a:schemeClr val="dk1"/>
              </a:buClr>
              <a:buSzPts val="1780"/>
              <a:buFont typeface="Times New Roman"/>
              <a:buChar char="»"/>
              <a:defRPr sz="1779"/>
            </a:lvl9pPr>
          </a:lstStyle>
          <a:p/>
        </p:txBody>
      </p:sp>
      <p:sp>
        <p:nvSpPr>
          <p:cNvPr id="102" name="Google Shape;102;p12"/>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2"/>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2"/>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5" name="Shape 105"/>
        <p:cNvGrpSpPr/>
        <p:nvPr/>
      </p:nvGrpSpPr>
      <p:grpSpPr>
        <a:xfrm>
          <a:off x="0" y="0"/>
          <a:ext cx="0" cy="0"/>
          <a:chOff x="0" y="0"/>
          <a:chExt cx="0" cy="0"/>
        </a:xfrm>
      </p:grpSpPr>
      <p:sp>
        <p:nvSpPr>
          <p:cNvPr id="106" name="Google Shape;106;p13"/>
          <p:cNvSpPr txBox="1"/>
          <p:nvPr>
            <p:ph type="title"/>
          </p:nvPr>
        </p:nvSpPr>
        <p:spPr>
          <a:xfrm>
            <a:off x="3466640" y="21152760"/>
            <a:ext cx="37308219" cy="6537850"/>
          </a:xfrm>
          <a:prstGeom prst="rect">
            <a:avLst/>
          </a:prstGeom>
          <a:noFill/>
          <a:ln>
            <a:noFill/>
          </a:ln>
        </p:spPr>
        <p:txBody>
          <a:bodyPr anchorCtr="0" anchor="t" bIns="239775" lIns="479575" spcFirstLastPara="1" rIns="479575" wrap="square" tIns="239775">
            <a:noAutofit/>
          </a:bodyPr>
          <a:lstStyle>
            <a:lvl1pPr lvl="0" algn="l">
              <a:spcBef>
                <a:spcPts val="0"/>
              </a:spcBef>
              <a:spcAft>
                <a:spcPts val="0"/>
              </a:spcAft>
              <a:buSzPts val="1400"/>
              <a:buNone/>
              <a:defRPr b="1" sz="3956"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 name="Google Shape;107;p13"/>
          <p:cNvSpPr txBox="1"/>
          <p:nvPr>
            <p:ph idx="1" type="body"/>
          </p:nvPr>
        </p:nvSpPr>
        <p:spPr>
          <a:xfrm>
            <a:off x="3466640" y="13952292"/>
            <a:ext cx="37308219" cy="7200469"/>
          </a:xfrm>
          <a:prstGeom prst="rect">
            <a:avLst/>
          </a:prstGeom>
          <a:noFill/>
          <a:ln>
            <a:noFill/>
          </a:ln>
        </p:spPr>
        <p:txBody>
          <a:bodyPr anchorCtr="0" anchor="b" bIns="239775" lIns="479575" spcFirstLastPara="1" rIns="479575" wrap="square" tIns="239775">
            <a:noAutofit/>
          </a:bodyPr>
          <a:lstStyle>
            <a:lvl1pPr indent="-228600" lvl="0" marL="457200" algn="l">
              <a:spcBef>
                <a:spcPts val="396"/>
              </a:spcBef>
              <a:spcAft>
                <a:spcPts val="0"/>
              </a:spcAft>
              <a:buClr>
                <a:schemeClr val="dk1"/>
              </a:buClr>
              <a:buSzPts val="1978"/>
              <a:buFont typeface="Times New Roman"/>
              <a:buNone/>
              <a:defRPr sz="1978"/>
            </a:lvl1pPr>
            <a:lvl2pPr indent="-228600" lvl="1" marL="914400" algn="l">
              <a:spcBef>
                <a:spcPts val="356"/>
              </a:spcBef>
              <a:spcAft>
                <a:spcPts val="0"/>
              </a:spcAft>
              <a:buClr>
                <a:schemeClr val="dk1"/>
              </a:buClr>
              <a:buSzPts val="1780"/>
              <a:buFont typeface="Times New Roman"/>
              <a:buNone/>
              <a:defRPr sz="1779"/>
            </a:lvl2pPr>
            <a:lvl3pPr indent="-228600" lvl="2" marL="1371600" algn="l">
              <a:spcBef>
                <a:spcPts val="316"/>
              </a:spcBef>
              <a:spcAft>
                <a:spcPts val="0"/>
              </a:spcAft>
              <a:buClr>
                <a:schemeClr val="dk1"/>
              </a:buClr>
              <a:buSzPts val="1582"/>
              <a:buFont typeface="Times New Roman"/>
              <a:buNone/>
              <a:defRPr sz="1582"/>
            </a:lvl3pPr>
            <a:lvl4pPr indent="-228600" lvl="3" marL="1828800" algn="l">
              <a:spcBef>
                <a:spcPts val="277"/>
              </a:spcBef>
              <a:spcAft>
                <a:spcPts val="0"/>
              </a:spcAft>
              <a:buClr>
                <a:schemeClr val="dk1"/>
              </a:buClr>
              <a:buSzPts val="1385"/>
              <a:buFont typeface="Times New Roman"/>
              <a:buNone/>
              <a:defRPr sz="1385"/>
            </a:lvl4pPr>
            <a:lvl5pPr indent="-228600" lvl="4" marL="2286000" algn="l">
              <a:spcBef>
                <a:spcPts val="277"/>
              </a:spcBef>
              <a:spcAft>
                <a:spcPts val="0"/>
              </a:spcAft>
              <a:buClr>
                <a:schemeClr val="dk1"/>
              </a:buClr>
              <a:buSzPts val="1385"/>
              <a:buFont typeface="Times New Roman"/>
              <a:buNone/>
              <a:defRPr sz="1385"/>
            </a:lvl5pPr>
            <a:lvl6pPr indent="-228600" lvl="5" marL="2743200" algn="l">
              <a:spcBef>
                <a:spcPts val="277"/>
              </a:spcBef>
              <a:spcAft>
                <a:spcPts val="0"/>
              </a:spcAft>
              <a:buClr>
                <a:schemeClr val="dk1"/>
              </a:buClr>
              <a:buSzPts val="1385"/>
              <a:buFont typeface="Times New Roman"/>
              <a:buNone/>
              <a:defRPr sz="1385"/>
            </a:lvl6pPr>
            <a:lvl7pPr indent="-228600" lvl="6" marL="3200400" algn="l">
              <a:spcBef>
                <a:spcPts val="277"/>
              </a:spcBef>
              <a:spcAft>
                <a:spcPts val="0"/>
              </a:spcAft>
              <a:buClr>
                <a:schemeClr val="dk1"/>
              </a:buClr>
              <a:buSzPts val="1385"/>
              <a:buFont typeface="Times New Roman"/>
              <a:buNone/>
              <a:defRPr sz="1385"/>
            </a:lvl7pPr>
            <a:lvl8pPr indent="-228600" lvl="7" marL="3657600" algn="l">
              <a:spcBef>
                <a:spcPts val="277"/>
              </a:spcBef>
              <a:spcAft>
                <a:spcPts val="0"/>
              </a:spcAft>
              <a:buClr>
                <a:schemeClr val="dk1"/>
              </a:buClr>
              <a:buSzPts val="1385"/>
              <a:buFont typeface="Times New Roman"/>
              <a:buNone/>
              <a:defRPr sz="1385"/>
            </a:lvl8pPr>
            <a:lvl9pPr indent="-228600" lvl="8" marL="4114800" algn="l">
              <a:spcBef>
                <a:spcPts val="277"/>
              </a:spcBef>
              <a:spcAft>
                <a:spcPts val="0"/>
              </a:spcAft>
              <a:buClr>
                <a:schemeClr val="dk1"/>
              </a:buClr>
              <a:buSzPts val="1385"/>
              <a:buFont typeface="Times New Roman"/>
              <a:buNone/>
              <a:defRPr sz="1385"/>
            </a:lvl9pPr>
          </a:lstStyle>
          <a:p/>
        </p:txBody>
      </p:sp>
      <p:sp>
        <p:nvSpPr>
          <p:cNvPr id="108" name="Google Shape;108;p13"/>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3"/>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3"/>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1" name="Shape 111"/>
        <p:cNvGrpSpPr/>
        <p:nvPr/>
      </p:nvGrpSpPr>
      <p:grpSpPr>
        <a:xfrm>
          <a:off x="0" y="0"/>
          <a:ext cx="0" cy="0"/>
          <a:chOff x="0" y="0"/>
          <a:chExt cx="0" cy="0"/>
        </a:xfrm>
      </p:grpSpPr>
      <p:sp>
        <p:nvSpPr>
          <p:cNvPr id="112" name="Google Shape;112;p14"/>
          <p:cNvSpPr txBox="1"/>
          <p:nvPr>
            <p:ph type="title"/>
          </p:nvPr>
        </p:nvSpPr>
        <p:spPr>
          <a:xfrm>
            <a:off x="3293533" y="2925762"/>
            <a:ext cx="37304133" cy="5484812"/>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14"/>
          <p:cNvSpPr txBox="1"/>
          <p:nvPr>
            <p:ph idx="1" type="body"/>
          </p:nvPr>
        </p:nvSpPr>
        <p:spPr>
          <a:xfrm>
            <a:off x="3293533" y="9509125"/>
            <a:ext cx="37304133" cy="19753262"/>
          </a:xfrm>
          <a:prstGeom prst="rect">
            <a:avLst/>
          </a:prstGeom>
          <a:noFill/>
          <a:ln>
            <a:noFill/>
          </a:ln>
        </p:spPr>
        <p:txBody>
          <a:bodyPr anchorCtr="0" anchor="t" bIns="239775" lIns="479575" spcFirstLastPara="1" rIns="479575" wrap="square" tIns="239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4" name="Google Shape;114;p14"/>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4"/>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4"/>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7" name="Shape 117"/>
        <p:cNvGrpSpPr/>
        <p:nvPr/>
      </p:nvGrpSpPr>
      <p:grpSpPr>
        <a:xfrm>
          <a:off x="0" y="0"/>
          <a:ext cx="0" cy="0"/>
          <a:chOff x="0" y="0"/>
          <a:chExt cx="0" cy="0"/>
        </a:xfrm>
      </p:grpSpPr>
      <p:sp>
        <p:nvSpPr>
          <p:cNvPr id="118" name="Google Shape;118;p15"/>
          <p:cNvSpPr txBox="1"/>
          <p:nvPr>
            <p:ph type="ctrTitle"/>
          </p:nvPr>
        </p:nvSpPr>
        <p:spPr>
          <a:xfrm>
            <a:off x="3292189" y="10226435"/>
            <a:ext cx="37306822" cy="7055521"/>
          </a:xfrm>
          <a:prstGeom prst="rect">
            <a:avLst/>
          </a:prstGeom>
          <a:noFill/>
          <a:ln>
            <a:noFill/>
          </a:ln>
        </p:spPr>
        <p:txBody>
          <a:bodyPr anchorCtr="0" anchor="ctr" bIns="239775" lIns="479575" spcFirstLastPara="1" rIns="479575" wrap="square" tIns="239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15"/>
          <p:cNvSpPr txBox="1"/>
          <p:nvPr>
            <p:ph idx="1" type="subTitle"/>
          </p:nvPr>
        </p:nvSpPr>
        <p:spPr>
          <a:xfrm>
            <a:off x="6584381" y="18654130"/>
            <a:ext cx="30723840" cy="8412510"/>
          </a:xfrm>
          <a:prstGeom prst="rect">
            <a:avLst/>
          </a:prstGeom>
          <a:noFill/>
          <a:ln>
            <a:noFill/>
          </a:ln>
        </p:spPr>
        <p:txBody>
          <a:bodyPr anchorCtr="0" anchor="t" bIns="239775" lIns="479575" spcFirstLastPara="1" rIns="479575" wrap="square" tIns="239775">
            <a:noAutofit/>
          </a:bodyPr>
          <a:lstStyle>
            <a:lvl1pPr lvl="0" algn="ctr">
              <a:spcBef>
                <a:spcPts val="3283"/>
              </a:spcBef>
              <a:spcAft>
                <a:spcPts val="0"/>
              </a:spcAft>
              <a:buClr>
                <a:schemeClr val="dk1"/>
              </a:buClr>
              <a:buSzPts val="16417"/>
              <a:buFont typeface="Times New Roman"/>
              <a:buNone/>
              <a:defRPr/>
            </a:lvl1pPr>
            <a:lvl2pPr lvl="1" algn="ctr">
              <a:spcBef>
                <a:spcPts val="2908"/>
              </a:spcBef>
              <a:spcAft>
                <a:spcPts val="0"/>
              </a:spcAft>
              <a:buClr>
                <a:schemeClr val="dk1"/>
              </a:buClr>
              <a:buSzPts val="14538"/>
              <a:buFont typeface="Times New Roman"/>
              <a:buNone/>
              <a:defRPr/>
            </a:lvl2pPr>
            <a:lvl3pPr lvl="2" algn="ctr">
              <a:spcBef>
                <a:spcPts val="2492"/>
              </a:spcBef>
              <a:spcAft>
                <a:spcPts val="0"/>
              </a:spcAft>
              <a:buClr>
                <a:schemeClr val="dk1"/>
              </a:buClr>
              <a:buSzPts val="12461"/>
              <a:buFont typeface="Times New Roman"/>
              <a:buNone/>
              <a:defRPr/>
            </a:lvl3pPr>
            <a:lvl4pPr lvl="3" algn="ctr">
              <a:spcBef>
                <a:spcPts val="2097"/>
              </a:spcBef>
              <a:spcAft>
                <a:spcPts val="0"/>
              </a:spcAft>
              <a:buClr>
                <a:schemeClr val="dk1"/>
              </a:buClr>
              <a:buSzPts val="10483"/>
              <a:buFont typeface="Times New Roman"/>
              <a:buNone/>
              <a:defRPr/>
            </a:lvl4pPr>
            <a:lvl5pPr lvl="4" algn="ctr">
              <a:spcBef>
                <a:spcPts val="2097"/>
              </a:spcBef>
              <a:spcAft>
                <a:spcPts val="0"/>
              </a:spcAft>
              <a:buClr>
                <a:schemeClr val="dk1"/>
              </a:buClr>
              <a:buSzPts val="10483"/>
              <a:buFont typeface="Times New Roman"/>
              <a:buNone/>
              <a:defRPr/>
            </a:lvl5pPr>
            <a:lvl6pPr lvl="5" algn="ctr">
              <a:spcBef>
                <a:spcPts val="2097"/>
              </a:spcBef>
              <a:spcAft>
                <a:spcPts val="0"/>
              </a:spcAft>
              <a:buClr>
                <a:schemeClr val="dk1"/>
              </a:buClr>
              <a:buSzPts val="10483"/>
              <a:buFont typeface="Times New Roman"/>
              <a:buNone/>
              <a:defRPr/>
            </a:lvl6pPr>
            <a:lvl7pPr lvl="6" algn="ctr">
              <a:spcBef>
                <a:spcPts val="2097"/>
              </a:spcBef>
              <a:spcAft>
                <a:spcPts val="0"/>
              </a:spcAft>
              <a:buClr>
                <a:schemeClr val="dk1"/>
              </a:buClr>
              <a:buSzPts val="10483"/>
              <a:buFont typeface="Times New Roman"/>
              <a:buNone/>
              <a:defRPr/>
            </a:lvl7pPr>
            <a:lvl8pPr lvl="7" algn="ctr">
              <a:spcBef>
                <a:spcPts val="2097"/>
              </a:spcBef>
              <a:spcAft>
                <a:spcPts val="0"/>
              </a:spcAft>
              <a:buClr>
                <a:schemeClr val="dk1"/>
              </a:buClr>
              <a:buSzPts val="10483"/>
              <a:buFont typeface="Times New Roman"/>
              <a:buNone/>
              <a:defRPr/>
            </a:lvl8pPr>
            <a:lvl9pPr lvl="8" algn="ctr">
              <a:spcBef>
                <a:spcPts val="2097"/>
              </a:spcBef>
              <a:spcAft>
                <a:spcPts val="0"/>
              </a:spcAft>
              <a:buClr>
                <a:schemeClr val="dk1"/>
              </a:buClr>
              <a:buSzPts val="10483"/>
              <a:buFont typeface="Times New Roman"/>
              <a:buNone/>
              <a:defRPr/>
            </a:lvl9pPr>
          </a:lstStyle>
          <a:p/>
        </p:txBody>
      </p:sp>
      <p:sp>
        <p:nvSpPr>
          <p:cNvPr id="120" name="Google Shape;120;p15"/>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5"/>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5"/>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7300"/>
              <a:buFont typeface="Times New Roman"/>
              <a:buNone/>
              <a:defRPr b="0" i="0" sz="73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2" Type="http://schemas.openxmlformats.org/officeDocument/2006/relationships/theme" Target="../theme/theme1.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0367">
          <p15:clr>
            <a:srgbClr val="F26B43"/>
          </p15:clr>
        </p15:guide>
        <p15:guide id="2" pos="1382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 name="Shape 48"/>
        <p:cNvGrpSpPr/>
        <p:nvPr/>
      </p:nvGrpSpPr>
      <p:grpSpPr>
        <a:xfrm>
          <a:off x="0" y="0"/>
          <a:ext cx="0" cy="0"/>
          <a:chOff x="0" y="0"/>
          <a:chExt cx="0" cy="0"/>
        </a:xfrm>
      </p:grpSpPr>
      <p:sp>
        <p:nvSpPr>
          <p:cNvPr id="49" name="Google Shape;49;p4"/>
          <p:cNvSpPr txBox="1"/>
          <p:nvPr>
            <p:ph type="title"/>
          </p:nvPr>
        </p:nvSpPr>
        <p:spPr>
          <a:xfrm>
            <a:off x="3293533" y="2925762"/>
            <a:ext cx="37304133" cy="5484812"/>
          </a:xfrm>
          <a:prstGeom prst="rect">
            <a:avLst/>
          </a:prstGeom>
          <a:noFill/>
          <a:ln>
            <a:noFill/>
          </a:ln>
        </p:spPr>
        <p:txBody>
          <a:bodyPr anchorCtr="0" anchor="ctr" bIns="239775" lIns="479575" spcFirstLastPara="1" rIns="479575" wrap="square" tIns="239775">
            <a:noAutofit/>
          </a:bodyPr>
          <a:lstStyle>
            <a:lvl1pPr lvl="0" marR="0" rtl="0" algn="ctr">
              <a:spcBef>
                <a:spcPts val="0"/>
              </a:spcBef>
              <a:spcAft>
                <a:spcPts val="0"/>
              </a:spcAft>
              <a:buSzPts val="1400"/>
              <a:buNone/>
              <a:defRPr b="0" i="0" sz="22648"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22648"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22648"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22648"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22648"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22746"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22746"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22746"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22746" u="none" cap="none" strike="noStrike">
                <a:solidFill>
                  <a:schemeClr val="dk2"/>
                </a:solidFill>
                <a:latin typeface="Times New Roman"/>
                <a:ea typeface="Times New Roman"/>
                <a:cs typeface="Times New Roman"/>
                <a:sym typeface="Times New Roman"/>
              </a:defRPr>
            </a:lvl9pPr>
          </a:lstStyle>
          <a:p/>
        </p:txBody>
      </p:sp>
      <p:sp>
        <p:nvSpPr>
          <p:cNvPr id="50" name="Google Shape;50;p4"/>
          <p:cNvSpPr txBox="1"/>
          <p:nvPr>
            <p:ph idx="1" type="body"/>
          </p:nvPr>
        </p:nvSpPr>
        <p:spPr>
          <a:xfrm>
            <a:off x="3293533" y="9509125"/>
            <a:ext cx="37304133" cy="19753262"/>
          </a:xfrm>
          <a:prstGeom prst="rect">
            <a:avLst/>
          </a:prstGeom>
          <a:noFill/>
          <a:ln>
            <a:noFill/>
          </a:ln>
        </p:spPr>
        <p:txBody>
          <a:bodyPr anchorCtr="0" anchor="t" bIns="239775" lIns="479575" spcFirstLastPara="1" rIns="479575" wrap="square" tIns="239775">
            <a:noAutofit/>
          </a:bodyPr>
          <a:lstStyle>
            <a:lvl1pPr indent="-1271079" lvl="0" marL="457200" marR="0" rtl="0" algn="l">
              <a:spcBef>
                <a:spcPts val="3283"/>
              </a:spcBef>
              <a:spcAft>
                <a:spcPts val="0"/>
              </a:spcAft>
              <a:buClr>
                <a:schemeClr val="dk1"/>
              </a:buClr>
              <a:buSzPts val="16417"/>
              <a:buFont typeface="Times New Roman"/>
              <a:buChar char="•"/>
              <a:defRPr b="0" i="0" sz="16417" u="none" cap="none" strike="noStrike">
                <a:solidFill>
                  <a:schemeClr val="dk1"/>
                </a:solidFill>
                <a:latin typeface="Times New Roman"/>
                <a:ea typeface="Times New Roman"/>
                <a:cs typeface="Times New Roman"/>
                <a:sym typeface="Times New Roman"/>
              </a:defRPr>
            </a:lvl1pPr>
            <a:lvl2pPr indent="-1151763" lvl="1" marL="914400" marR="0" rtl="0" algn="l">
              <a:spcBef>
                <a:spcPts val="2908"/>
              </a:spcBef>
              <a:spcAft>
                <a:spcPts val="0"/>
              </a:spcAft>
              <a:buClr>
                <a:schemeClr val="dk1"/>
              </a:buClr>
              <a:buSzPts val="14538"/>
              <a:buFont typeface="Times New Roman"/>
              <a:buChar char="–"/>
              <a:defRPr b="0" i="0" sz="14538" u="none" cap="none" strike="noStrike">
                <a:solidFill>
                  <a:schemeClr val="dk1"/>
                </a:solidFill>
                <a:latin typeface="Times New Roman"/>
                <a:ea typeface="Times New Roman"/>
                <a:cs typeface="Times New Roman"/>
                <a:sym typeface="Times New Roman"/>
              </a:defRPr>
            </a:lvl2pPr>
            <a:lvl3pPr indent="-1019873" lvl="2" marL="1371600" marR="0" rtl="0" algn="l">
              <a:spcBef>
                <a:spcPts val="2492"/>
              </a:spcBef>
              <a:spcAft>
                <a:spcPts val="0"/>
              </a:spcAft>
              <a:buClr>
                <a:schemeClr val="dk1"/>
              </a:buClr>
              <a:buSzPts val="12461"/>
              <a:buFont typeface="Times New Roman"/>
              <a:buChar char="•"/>
              <a:defRPr b="0" i="0" sz="12461" u="none" cap="none" strike="noStrike">
                <a:solidFill>
                  <a:schemeClr val="dk1"/>
                </a:solidFill>
                <a:latin typeface="Times New Roman"/>
                <a:ea typeface="Times New Roman"/>
                <a:cs typeface="Times New Roman"/>
                <a:sym typeface="Times New Roman"/>
              </a:defRPr>
            </a:lvl3pPr>
            <a:lvl4pPr indent="-894270" lvl="3" marL="1828800" marR="0" rtl="0" algn="l">
              <a:spcBef>
                <a:spcPts val="2097"/>
              </a:spcBef>
              <a:spcAft>
                <a:spcPts val="0"/>
              </a:spcAft>
              <a:buClr>
                <a:schemeClr val="dk1"/>
              </a:buClr>
              <a:buSzPts val="10483"/>
              <a:buFont typeface="Times New Roman"/>
              <a:buChar char="–"/>
              <a:defRPr b="0" i="0" sz="10483" u="none" cap="none" strike="noStrike">
                <a:solidFill>
                  <a:schemeClr val="dk1"/>
                </a:solidFill>
                <a:latin typeface="Times New Roman"/>
                <a:ea typeface="Times New Roman"/>
                <a:cs typeface="Times New Roman"/>
                <a:sym typeface="Times New Roman"/>
              </a:defRPr>
            </a:lvl4pPr>
            <a:lvl5pPr indent="-894270" lvl="4" marL="2286000" marR="0" rtl="0" algn="l">
              <a:spcBef>
                <a:spcPts val="2097"/>
              </a:spcBef>
              <a:spcAft>
                <a:spcPts val="0"/>
              </a:spcAft>
              <a:buClr>
                <a:schemeClr val="dk1"/>
              </a:buClr>
              <a:buSzPts val="10483"/>
              <a:buFont typeface="Times New Roman"/>
              <a:buChar char="»"/>
              <a:defRPr b="0" i="0" sz="10483" u="none" cap="none" strike="noStrike">
                <a:solidFill>
                  <a:schemeClr val="dk1"/>
                </a:solidFill>
                <a:latin typeface="Times New Roman"/>
                <a:ea typeface="Times New Roman"/>
                <a:cs typeface="Times New Roman"/>
                <a:sym typeface="Times New Roman"/>
              </a:defRPr>
            </a:lvl5pPr>
            <a:lvl6pPr indent="-894270" lvl="5" marL="2743200" marR="0" rtl="0" algn="l">
              <a:spcBef>
                <a:spcPts val="2097"/>
              </a:spcBef>
              <a:spcAft>
                <a:spcPts val="0"/>
              </a:spcAft>
              <a:buClr>
                <a:schemeClr val="dk1"/>
              </a:buClr>
              <a:buSzPts val="10483"/>
              <a:buFont typeface="Times New Roman"/>
              <a:buChar char="»"/>
              <a:defRPr b="0" i="0" sz="10483" u="none" cap="none" strike="noStrike">
                <a:solidFill>
                  <a:schemeClr val="dk1"/>
                </a:solidFill>
                <a:latin typeface="Times New Roman"/>
                <a:ea typeface="Times New Roman"/>
                <a:cs typeface="Times New Roman"/>
                <a:sym typeface="Times New Roman"/>
              </a:defRPr>
            </a:lvl6pPr>
            <a:lvl7pPr indent="-894270" lvl="6" marL="3200400" marR="0" rtl="0" algn="l">
              <a:spcBef>
                <a:spcPts val="2097"/>
              </a:spcBef>
              <a:spcAft>
                <a:spcPts val="0"/>
              </a:spcAft>
              <a:buClr>
                <a:schemeClr val="dk1"/>
              </a:buClr>
              <a:buSzPts val="10483"/>
              <a:buFont typeface="Times New Roman"/>
              <a:buChar char="»"/>
              <a:defRPr b="0" i="0" sz="10483" u="none" cap="none" strike="noStrike">
                <a:solidFill>
                  <a:schemeClr val="dk1"/>
                </a:solidFill>
                <a:latin typeface="Times New Roman"/>
                <a:ea typeface="Times New Roman"/>
                <a:cs typeface="Times New Roman"/>
                <a:sym typeface="Times New Roman"/>
              </a:defRPr>
            </a:lvl7pPr>
            <a:lvl8pPr indent="-894270" lvl="7" marL="3657600" marR="0" rtl="0" algn="l">
              <a:spcBef>
                <a:spcPts val="2097"/>
              </a:spcBef>
              <a:spcAft>
                <a:spcPts val="0"/>
              </a:spcAft>
              <a:buClr>
                <a:schemeClr val="dk1"/>
              </a:buClr>
              <a:buSzPts val="10483"/>
              <a:buFont typeface="Times New Roman"/>
              <a:buChar char="»"/>
              <a:defRPr b="0" i="0" sz="10483" u="none" cap="none" strike="noStrike">
                <a:solidFill>
                  <a:schemeClr val="dk1"/>
                </a:solidFill>
                <a:latin typeface="Times New Roman"/>
                <a:ea typeface="Times New Roman"/>
                <a:cs typeface="Times New Roman"/>
                <a:sym typeface="Times New Roman"/>
              </a:defRPr>
            </a:lvl8pPr>
            <a:lvl9pPr indent="-894270" lvl="8" marL="4114800" marR="0" rtl="0" algn="l">
              <a:spcBef>
                <a:spcPts val="2097"/>
              </a:spcBef>
              <a:spcAft>
                <a:spcPts val="0"/>
              </a:spcAft>
              <a:buClr>
                <a:schemeClr val="dk1"/>
              </a:buClr>
              <a:buSzPts val="10483"/>
              <a:buFont typeface="Times New Roman"/>
              <a:buChar char="»"/>
              <a:defRPr b="0" i="0" sz="10483" u="none" cap="none" strike="noStrike">
                <a:solidFill>
                  <a:schemeClr val="dk1"/>
                </a:solidFill>
                <a:latin typeface="Times New Roman"/>
                <a:ea typeface="Times New Roman"/>
                <a:cs typeface="Times New Roman"/>
                <a:sym typeface="Times New Roman"/>
              </a:defRPr>
            </a:lvl9pPr>
          </a:lstStyle>
          <a:p/>
        </p:txBody>
      </p:sp>
      <p:sp>
        <p:nvSpPr>
          <p:cNvPr id="51" name="Google Shape;51;p4"/>
          <p:cNvSpPr txBox="1"/>
          <p:nvPr>
            <p:ph idx="10" type="dt"/>
          </p:nvPr>
        </p:nvSpPr>
        <p:spPr>
          <a:xfrm>
            <a:off x="3293533" y="29992637"/>
            <a:ext cx="9144000" cy="2193925"/>
          </a:xfrm>
          <a:prstGeom prst="rect">
            <a:avLst/>
          </a:prstGeom>
          <a:noFill/>
          <a:ln>
            <a:noFill/>
          </a:ln>
        </p:spPr>
        <p:txBody>
          <a:bodyPr anchorCtr="0" anchor="t" bIns="239775" lIns="479575" spcFirstLastPara="1" rIns="479575" wrap="square" tIns="239775">
            <a:noAutofit/>
          </a:bodyPr>
          <a:lstStyle>
            <a:lvl1pPr lvl="0"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9pPr>
          </a:lstStyle>
          <a:p/>
        </p:txBody>
      </p:sp>
      <p:sp>
        <p:nvSpPr>
          <p:cNvPr id="52" name="Google Shape;52;p4"/>
          <p:cNvSpPr txBox="1"/>
          <p:nvPr>
            <p:ph idx="11" type="ftr"/>
          </p:nvPr>
        </p:nvSpPr>
        <p:spPr>
          <a:xfrm>
            <a:off x="14997289" y="29992637"/>
            <a:ext cx="13896622" cy="2193925"/>
          </a:xfrm>
          <a:prstGeom prst="rect">
            <a:avLst/>
          </a:prstGeom>
          <a:noFill/>
          <a:ln>
            <a:noFill/>
          </a:ln>
        </p:spPr>
        <p:txBody>
          <a:bodyPr anchorCtr="0" anchor="t" bIns="239775" lIns="479575" spcFirstLastPara="1" rIns="479575" wrap="square" tIns="239775">
            <a:noAutofit/>
          </a:bodyPr>
          <a:lstStyle>
            <a:lvl1pPr lvl="0"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3300" u="none" cap="none" strike="noStrike">
                <a:solidFill>
                  <a:schemeClr val="dk1"/>
                </a:solidFill>
                <a:latin typeface="Times New Roman"/>
                <a:ea typeface="Times New Roman"/>
                <a:cs typeface="Times New Roman"/>
                <a:sym typeface="Times New Roman"/>
              </a:defRPr>
            </a:lvl9pPr>
          </a:lstStyle>
          <a:p/>
        </p:txBody>
      </p:sp>
      <p:sp>
        <p:nvSpPr>
          <p:cNvPr id="53" name="Google Shape;53;p4"/>
          <p:cNvSpPr txBox="1"/>
          <p:nvPr>
            <p:ph idx="12" type="sldNum"/>
          </p:nvPr>
        </p:nvSpPr>
        <p:spPr>
          <a:xfrm>
            <a:off x="31453667" y="29992637"/>
            <a:ext cx="9144000" cy="2193925"/>
          </a:xfrm>
          <a:prstGeom prst="rect">
            <a:avLst/>
          </a:prstGeom>
          <a:noFill/>
          <a:ln>
            <a:noFill/>
          </a:ln>
        </p:spPr>
        <p:txBody>
          <a:bodyPr anchorCtr="0" anchor="t" bIns="239775" lIns="479575" spcFirstLastPara="1" rIns="479575" wrap="square" tIns="239775">
            <a:noAutofit/>
          </a:bodyPr>
          <a:lstStyle>
            <a:lvl1pPr indent="0" lvl="0"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7300"/>
              <a:buFont typeface="Times New Roman"/>
              <a:buNone/>
              <a:defRPr b="0" i="0" sz="73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ourworldindata.org/grapher/economic-inequality-gini-index" TargetMode="External"/><Relationship Id="rId4" Type="http://schemas.openxmlformats.org/officeDocument/2006/relationships/hyperlink" Target="https://ourworldindata.org/grapher/gdp-per-capita-worldbank" TargetMode="External"/><Relationship Id="rId5" Type="http://schemas.openxmlformats.org/officeDocument/2006/relationships/hyperlink" Target="https://ourworldindata.org/grapher/political-regime?time=latest" TargetMode="External"/><Relationship Id="rId6" Type="http://schemas.openxmlformats.org/officeDocument/2006/relationships/hyperlink" Target="https://ourworldindata.org/grapher/trade-as-share-of-gdp" TargetMode="External"/><Relationship Id="rId7" Type="http://schemas.openxmlformats.org/officeDocument/2006/relationships/hyperlink" Target="https://ourworldindata.org/energy" TargetMode="External"/><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txBox="1"/>
          <p:nvPr/>
        </p:nvSpPr>
        <p:spPr>
          <a:xfrm>
            <a:off x="11510750" y="880762"/>
            <a:ext cx="30814500" cy="3096900"/>
          </a:xfrm>
          <a:prstGeom prst="rect">
            <a:avLst/>
          </a:prstGeom>
          <a:noFill/>
          <a:ln>
            <a:noFill/>
          </a:ln>
        </p:spPr>
        <p:txBody>
          <a:bodyPr anchorCtr="0" anchor="t" bIns="0" lIns="94325" spcFirstLastPara="1" rIns="94325" wrap="square" tIns="0">
            <a:spAutoFit/>
          </a:bodyPr>
          <a:lstStyle/>
          <a:p>
            <a:pPr indent="0" lvl="0" marL="0" marR="0" rtl="0" algn="ctr">
              <a:lnSpc>
                <a:spcPct val="20000"/>
              </a:lnSpc>
              <a:spcBef>
                <a:spcPts val="0"/>
              </a:spcBef>
              <a:spcAft>
                <a:spcPts val="0"/>
              </a:spcAft>
              <a:buClr>
                <a:schemeClr val="dk1"/>
              </a:buClr>
              <a:buSzPts val="7100"/>
              <a:buFont typeface="Times New Roman"/>
              <a:buNone/>
            </a:pPr>
            <a:r>
              <a:t/>
            </a:r>
            <a:endParaRPr b="1" i="0" sz="71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6900"/>
              <a:buFont typeface="Arial"/>
              <a:buNone/>
            </a:pPr>
            <a:r>
              <a:rPr b="1" lang="en-US" sz="6900">
                <a:solidFill>
                  <a:schemeClr val="dk1"/>
                </a:solidFill>
              </a:rPr>
              <a:t>Success in Development: Keeping Gini low and GDP PPP high</a:t>
            </a:r>
            <a:endParaRPr b="1" i="0" sz="6900" u="none" cap="none" strike="noStrike">
              <a:solidFill>
                <a:schemeClr val="dk1"/>
              </a:solidFill>
              <a:latin typeface="Arial"/>
              <a:ea typeface="Arial"/>
              <a:cs typeface="Arial"/>
              <a:sym typeface="Arial"/>
            </a:endParaRPr>
          </a:p>
          <a:p>
            <a:pPr indent="0" lvl="0" marL="0" marR="0" rtl="0" algn="r">
              <a:lnSpc>
                <a:spcPct val="100000"/>
              </a:lnSpc>
              <a:spcBef>
                <a:spcPts val="0"/>
              </a:spcBef>
              <a:spcAft>
                <a:spcPts val="0"/>
              </a:spcAft>
              <a:buClr>
                <a:schemeClr val="dk1"/>
              </a:buClr>
              <a:buSzPts val="5900"/>
              <a:buFont typeface="Arial"/>
              <a:buNone/>
            </a:pPr>
            <a:r>
              <a:rPr lang="en-US" sz="5900">
                <a:solidFill>
                  <a:schemeClr val="dk1"/>
                </a:solidFill>
              </a:rPr>
              <a:t>Medha Das, Disha Hosapattana, Brenton Lian, Lydia Chen </a:t>
            </a:r>
            <a:endParaRPr sz="5900">
              <a:solidFill>
                <a:schemeClr val="dk1"/>
              </a:solidFill>
            </a:endParaRPr>
          </a:p>
          <a:p>
            <a:pPr indent="0" lvl="0" marL="0" marR="0" rtl="0" algn="r">
              <a:lnSpc>
                <a:spcPct val="100000"/>
              </a:lnSpc>
              <a:spcBef>
                <a:spcPts val="0"/>
              </a:spcBef>
              <a:spcAft>
                <a:spcPts val="0"/>
              </a:spcAft>
              <a:buClr>
                <a:schemeClr val="dk1"/>
              </a:buClr>
              <a:buSzPts val="5900"/>
              <a:buFont typeface="Arial"/>
              <a:buNone/>
            </a:pPr>
            <a:r>
              <a:rPr lang="en-US" sz="5900">
                <a:solidFill>
                  <a:schemeClr val="dk1"/>
                </a:solidFill>
              </a:rPr>
              <a:t>SCHOOL OF DATA SCIENCE AND SOCIETY</a:t>
            </a:r>
            <a:endParaRPr sz="5900">
              <a:solidFill>
                <a:schemeClr val="dk1"/>
              </a:solidFill>
            </a:endParaRPr>
          </a:p>
        </p:txBody>
      </p:sp>
      <p:sp>
        <p:nvSpPr>
          <p:cNvPr id="129" name="Google Shape;129;p16"/>
          <p:cNvSpPr txBox="1"/>
          <p:nvPr/>
        </p:nvSpPr>
        <p:spPr>
          <a:xfrm>
            <a:off x="977900" y="5456237"/>
            <a:ext cx="12862277" cy="11303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l">
              <a:lnSpc>
                <a:spcPct val="100000"/>
              </a:lnSpc>
              <a:spcBef>
                <a:spcPts val="0"/>
              </a:spcBef>
              <a:spcAft>
                <a:spcPts val="0"/>
              </a:spcAft>
              <a:buClr>
                <a:schemeClr val="lt1"/>
              </a:buClr>
              <a:buSzPts val="4700"/>
              <a:buFont typeface="Arial"/>
              <a:buNone/>
            </a:pPr>
            <a:r>
              <a:rPr b="1" lang="en-US" sz="4700">
                <a:solidFill>
                  <a:schemeClr val="lt1"/>
                </a:solidFill>
              </a:rPr>
              <a:t>Problem/Background</a:t>
            </a:r>
            <a:endParaRPr/>
          </a:p>
        </p:txBody>
      </p:sp>
      <p:cxnSp>
        <p:nvCxnSpPr>
          <p:cNvPr id="130" name="Google Shape;130;p16"/>
          <p:cNvCxnSpPr/>
          <p:nvPr/>
        </p:nvCxnSpPr>
        <p:spPr>
          <a:xfrm>
            <a:off x="309033" y="4929187"/>
            <a:ext cx="43393077" cy="0"/>
          </a:xfrm>
          <a:prstGeom prst="straightConnector1">
            <a:avLst/>
          </a:prstGeom>
          <a:noFill/>
          <a:ln cap="flat" cmpd="sng" w="76200">
            <a:solidFill>
              <a:schemeClr val="accent1"/>
            </a:solidFill>
            <a:prstDash val="solid"/>
            <a:miter lim="800000"/>
            <a:headEnd len="med" w="med" type="none"/>
            <a:tailEnd len="med" w="med" type="none"/>
          </a:ln>
        </p:spPr>
      </p:cxnSp>
      <p:sp>
        <p:nvSpPr>
          <p:cNvPr id="131" name="Google Shape;131;p16"/>
          <p:cNvSpPr txBox="1"/>
          <p:nvPr/>
        </p:nvSpPr>
        <p:spPr>
          <a:xfrm>
            <a:off x="533400" y="6362750"/>
            <a:ext cx="13282800" cy="5378700"/>
          </a:xfrm>
          <a:prstGeom prst="rect">
            <a:avLst/>
          </a:prstGeom>
          <a:noFill/>
          <a:ln>
            <a:noFill/>
          </a:ln>
        </p:spPr>
        <p:txBody>
          <a:bodyPr anchorCtr="0" anchor="t" bIns="45200" lIns="90425" spcFirstLastPara="1" rIns="90425" wrap="square" tIns="45200">
            <a:noAutofit/>
          </a:bodyPr>
          <a:lstStyle/>
          <a:p>
            <a:pPr indent="0" lvl="0" marL="0" rtl="0" algn="just">
              <a:spcBef>
                <a:spcPts val="0"/>
              </a:spcBef>
              <a:spcAft>
                <a:spcPts val="0"/>
              </a:spcAft>
              <a:buNone/>
            </a:pPr>
            <a:r>
              <a:t/>
            </a:r>
            <a:endParaRPr sz="3100">
              <a:latin typeface="Calibri"/>
              <a:ea typeface="Calibri"/>
              <a:cs typeface="Calibri"/>
              <a:sym typeface="Calibri"/>
            </a:endParaRPr>
          </a:p>
          <a:p>
            <a:pPr indent="0" lvl="0" marL="457200" rtl="0" algn="l">
              <a:lnSpc>
                <a:spcPct val="115000"/>
              </a:lnSpc>
              <a:spcBef>
                <a:spcPts val="0"/>
              </a:spcBef>
              <a:spcAft>
                <a:spcPts val="0"/>
              </a:spcAft>
              <a:buNone/>
            </a:pPr>
            <a:r>
              <a:rPr lang="en-US" sz="3300">
                <a:solidFill>
                  <a:schemeClr val="dk1"/>
                </a:solidFill>
                <a:latin typeface="Calibri"/>
                <a:ea typeface="Calibri"/>
                <a:cs typeface="Calibri"/>
                <a:sym typeface="Calibri"/>
              </a:rPr>
              <a:t>Across the world, economic growth has been associated with increasing rates of income inequalities. Some countries have been able to successfully increase their GDP per capita and reduce income inequalities. This project will explore how countries are able to keep their GDP per capita high while reducing income inequalities. This topic is very important because it can provide insights into how economic systems can be efficient. We hypothesize that a lower Gini coefficient and a higher GDP per capita is correlated with the political status of a country, the energy consumption of the country, and openness to trade. </a:t>
            </a:r>
            <a:endParaRPr sz="3300">
              <a:solidFill>
                <a:schemeClr val="dk1"/>
              </a:solidFill>
              <a:latin typeface="Calibri"/>
              <a:ea typeface="Calibri"/>
              <a:cs typeface="Calibri"/>
              <a:sym typeface="Calibri"/>
            </a:endParaRPr>
          </a:p>
        </p:txBody>
      </p:sp>
      <p:sp>
        <p:nvSpPr>
          <p:cNvPr id="132" name="Google Shape;132;p16"/>
          <p:cNvSpPr txBox="1"/>
          <p:nvPr/>
        </p:nvSpPr>
        <p:spPr>
          <a:xfrm>
            <a:off x="978545" y="15713587"/>
            <a:ext cx="12861000" cy="11304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4700"/>
              <a:buFont typeface="Arial"/>
              <a:buNone/>
            </a:pPr>
            <a:r>
              <a:rPr b="1" lang="en-US" sz="4700">
                <a:solidFill>
                  <a:schemeClr val="lt1"/>
                </a:solidFill>
              </a:rPr>
              <a:t>Data For Analysis</a:t>
            </a:r>
            <a:endParaRPr/>
          </a:p>
        </p:txBody>
      </p:sp>
      <p:sp>
        <p:nvSpPr>
          <p:cNvPr id="133" name="Google Shape;133;p16"/>
          <p:cNvSpPr txBox="1"/>
          <p:nvPr/>
        </p:nvSpPr>
        <p:spPr>
          <a:xfrm>
            <a:off x="-14803966" y="27511375"/>
            <a:ext cx="12794544" cy="6329362"/>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None/>
            </a:pPr>
            <a:r>
              <a:t/>
            </a:r>
            <a:endParaRPr b="0" i="0" sz="3300" u="none">
              <a:solidFill>
                <a:schemeClr val="dk1"/>
              </a:solidFill>
              <a:latin typeface="Times New Roman"/>
              <a:ea typeface="Times New Roman"/>
              <a:cs typeface="Times New Roman"/>
              <a:sym typeface="Times New Roman"/>
            </a:endParaRPr>
          </a:p>
        </p:txBody>
      </p:sp>
      <p:sp>
        <p:nvSpPr>
          <p:cNvPr id="134" name="Google Shape;134;p16"/>
          <p:cNvSpPr txBox="1"/>
          <p:nvPr/>
        </p:nvSpPr>
        <p:spPr>
          <a:xfrm>
            <a:off x="14852045" y="5456237"/>
            <a:ext cx="12862200" cy="11304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4700"/>
              <a:buFont typeface="Arial"/>
              <a:buNone/>
            </a:pPr>
            <a:r>
              <a:rPr b="1" lang="en-US" sz="4700">
                <a:solidFill>
                  <a:schemeClr val="lt1"/>
                </a:solidFill>
              </a:rPr>
              <a:t>Decision Tree Analysis</a:t>
            </a:r>
            <a:endParaRPr/>
          </a:p>
        </p:txBody>
      </p:sp>
      <p:graphicFrame>
        <p:nvGraphicFramePr>
          <p:cNvPr id="135" name="Google Shape;135;p16"/>
          <p:cNvGraphicFramePr/>
          <p:nvPr/>
        </p:nvGraphicFramePr>
        <p:xfrm>
          <a:off x="32278322" y="8196575"/>
          <a:ext cx="3000000" cy="3000000"/>
        </p:xfrm>
        <a:graphic>
          <a:graphicData uri="http://schemas.openxmlformats.org/drawingml/2006/table">
            <a:tbl>
              <a:tblPr>
                <a:noFill/>
                <a:tableStyleId>{6241B9AE-B33E-4795-B9E8-79206A3BC3A8}</a:tableStyleId>
              </a:tblPr>
              <a:tblGrid>
                <a:gridCol w="3615825"/>
                <a:gridCol w="3615825"/>
              </a:tblGrid>
              <a:tr h="935250">
                <a:tc>
                  <a:txBody>
                    <a:bodyPr/>
                    <a:lstStyle/>
                    <a:p>
                      <a:pPr indent="0" lvl="0" marL="0" marR="0" rtl="0" algn="ctr">
                        <a:lnSpc>
                          <a:spcPct val="10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Country</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2654"/>
                    </a:solidFill>
                  </a:tcPr>
                </a:tc>
                <a:tc>
                  <a:txBody>
                    <a:bodyPr/>
                    <a:lstStyle/>
                    <a:p>
                      <a:pPr indent="0" lvl="0" marL="0" marR="0" rtl="0" algn="ctr">
                        <a:lnSpc>
                          <a:spcPct val="10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GDP-Gini Score</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2654"/>
                    </a:solidFill>
                  </a:tcPr>
                </a:tc>
              </a:tr>
              <a:tr h="935250">
                <a:tc>
                  <a:txBody>
                    <a:bodyPr/>
                    <a:lstStyle/>
                    <a:p>
                      <a:pPr indent="0" lvl="0" marL="0" marR="0" rtl="0" algn="ctr">
                        <a:lnSpc>
                          <a:spcPct val="100000"/>
                        </a:lnSpc>
                        <a:spcBef>
                          <a:spcPts val="0"/>
                        </a:spcBef>
                        <a:spcAft>
                          <a:spcPts val="0"/>
                        </a:spcAft>
                        <a:buClr>
                          <a:srgbClr val="000000"/>
                        </a:buClr>
                        <a:buSzPts val="3100"/>
                        <a:buFont typeface="Calibri"/>
                        <a:buNone/>
                      </a:pPr>
                      <a:r>
                        <a:rPr b="1" lang="en-US" sz="3100">
                          <a:latin typeface="Calibri"/>
                          <a:ea typeface="Calibri"/>
                          <a:cs typeface="Calibri"/>
                          <a:sym typeface="Calibri"/>
                        </a:rPr>
                        <a:t>Vietnam</a:t>
                      </a:r>
                      <a:endParaRPr b="1" sz="3100">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marR="0" rtl="0" algn="ctr">
                        <a:lnSpc>
                          <a:spcPct val="100000"/>
                        </a:lnSpc>
                        <a:spcBef>
                          <a:spcPts val="0"/>
                        </a:spcBef>
                        <a:spcAft>
                          <a:spcPts val="0"/>
                        </a:spcAft>
                        <a:buClr>
                          <a:srgbClr val="000000"/>
                        </a:buClr>
                        <a:buSzPts val="3100"/>
                        <a:buFont typeface="Calibri"/>
                        <a:buNone/>
                      </a:pPr>
                      <a:r>
                        <a:rPr b="1" lang="en-US" sz="3100">
                          <a:latin typeface="Calibri"/>
                          <a:ea typeface="Calibri"/>
                          <a:cs typeface="Calibri"/>
                          <a:sym typeface="Calibri"/>
                        </a:rPr>
                        <a:t>1998884.27</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935250">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Ireland</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270612.74</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935250">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Denmark</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175715.10</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935250">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Turkey</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157654.48</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935250">
                <a:tc>
                  <a:txBody>
                    <a:bodyPr/>
                    <a:lstStyle/>
                    <a:p>
                      <a:pPr indent="0" lvl="0" marL="0" rtl="0" algn="ctr">
                        <a:spcBef>
                          <a:spcPts val="0"/>
                        </a:spcBef>
                        <a:spcAft>
                          <a:spcPts val="0"/>
                        </a:spcAft>
                        <a:buClr>
                          <a:schemeClr val="dk1"/>
                        </a:buClr>
                        <a:buSzPts val="3100"/>
                        <a:buFont typeface="Arial"/>
                        <a:buNone/>
                      </a:pPr>
                      <a:r>
                        <a:rPr b="1" lang="en-US" sz="3100">
                          <a:solidFill>
                            <a:schemeClr val="dk1"/>
                          </a:solidFill>
                          <a:latin typeface="Calibri"/>
                          <a:ea typeface="Calibri"/>
                          <a:cs typeface="Calibri"/>
                          <a:sym typeface="Calibri"/>
                        </a:rPr>
                        <a:t>Malta</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153658.76</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935250">
                <a:tc>
                  <a:txBody>
                    <a:bodyPr/>
                    <a:lstStyle/>
                    <a:p>
                      <a:pPr indent="0" lvl="0" marL="0" rtl="0" algn="ctr">
                        <a:spcBef>
                          <a:spcPts val="0"/>
                        </a:spcBef>
                        <a:spcAft>
                          <a:spcPts val="0"/>
                        </a:spcAft>
                        <a:buClr>
                          <a:schemeClr val="dk1"/>
                        </a:buClr>
                        <a:buSzPts val="3100"/>
                        <a:buFont typeface="Arial"/>
                        <a:buNone/>
                      </a:pPr>
                      <a:r>
                        <a:rPr b="1" lang="en-US" sz="3100">
                          <a:solidFill>
                            <a:schemeClr val="dk1"/>
                          </a:solidFill>
                          <a:latin typeface="Calibri"/>
                          <a:ea typeface="Calibri"/>
                          <a:cs typeface="Calibri"/>
                          <a:sym typeface="Calibri"/>
                        </a:rPr>
                        <a:t>Luxembourg</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137639.86</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935250">
                <a:tc>
                  <a:txBody>
                    <a:bodyPr/>
                    <a:lstStyle/>
                    <a:p>
                      <a:pPr indent="0" lvl="0" marL="0" rtl="0" algn="ctr">
                        <a:spcBef>
                          <a:spcPts val="0"/>
                        </a:spcBef>
                        <a:spcAft>
                          <a:spcPts val="0"/>
                        </a:spcAft>
                        <a:buClr>
                          <a:schemeClr val="dk1"/>
                        </a:buClr>
                        <a:buSzPts val="3100"/>
                        <a:buFont typeface="Arial"/>
                        <a:buNone/>
                      </a:pPr>
                      <a:r>
                        <a:rPr b="1" lang="en-US" sz="3100">
                          <a:solidFill>
                            <a:schemeClr val="dk1"/>
                          </a:solidFill>
                          <a:latin typeface="Calibri"/>
                          <a:ea typeface="Calibri"/>
                          <a:cs typeface="Calibri"/>
                          <a:sym typeface="Calibri"/>
                        </a:rPr>
                        <a:t>Portugal</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130062.17</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935250">
                <a:tc>
                  <a:txBody>
                    <a:bodyPr/>
                    <a:lstStyle/>
                    <a:p>
                      <a:pPr indent="0" lvl="0" marL="0" rtl="0" algn="ctr">
                        <a:spcBef>
                          <a:spcPts val="0"/>
                        </a:spcBef>
                        <a:spcAft>
                          <a:spcPts val="0"/>
                        </a:spcAft>
                        <a:buClr>
                          <a:schemeClr val="dk1"/>
                        </a:buClr>
                        <a:buSzPts val="3100"/>
                        <a:buFont typeface="Arial"/>
                        <a:buNone/>
                      </a:pPr>
                      <a:r>
                        <a:rPr b="1" lang="en-US" sz="3100">
                          <a:solidFill>
                            <a:schemeClr val="dk1"/>
                          </a:solidFill>
                          <a:latin typeface="Calibri"/>
                          <a:ea typeface="Calibri"/>
                          <a:cs typeface="Calibri"/>
                          <a:sym typeface="Calibri"/>
                        </a:rPr>
                        <a:t>Germany</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117995.47</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935250">
                <a:tc>
                  <a:txBody>
                    <a:bodyPr/>
                    <a:lstStyle/>
                    <a:p>
                      <a:pPr indent="0" lvl="0" marL="0" rtl="0" algn="ctr">
                        <a:spcBef>
                          <a:spcPts val="0"/>
                        </a:spcBef>
                        <a:spcAft>
                          <a:spcPts val="0"/>
                        </a:spcAft>
                        <a:buClr>
                          <a:schemeClr val="dk1"/>
                        </a:buClr>
                        <a:buSzPts val="3100"/>
                        <a:buFont typeface="Arial"/>
                        <a:buNone/>
                      </a:pPr>
                      <a:r>
                        <a:rPr b="1" lang="en-US" sz="3100">
                          <a:solidFill>
                            <a:schemeClr val="dk1"/>
                          </a:solidFill>
                          <a:latin typeface="Calibri"/>
                          <a:ea typeface="Calibri"/>
                          <a:cs typeface="Calibri"/>
                          <a:sym typeface="Calibri"/>
                        </a:rPr>
                        <a:t>UK</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112054.51</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935250">
                <a:tc>
                  <a:txBody>
                    <a:bodyPr/>
                    <a:lstStyle/>
                    <a:p>
                      <a:pPr indent="0" lvl="0" marL="0" rtl="0" algn="ctr">
                        <a:spcBef>
                          <a:spcPts val="0"/>
                        </a:spcBef>
                        <a:spcAft>
                          <a:spcPts val="0"/>
                        </a:spcAft>
                        <a:buClr>
                          <a:schemeClr val="dk1"/>
                        </a:buClr>
                        <a:buSzPts val="3100"/>
                        <a:buFont typeface="Arial"/>
                        <a:buNone/>
                      </a:pPr>
                      <a:r>
                        <a:rPr b="1" lang="en-US" sz="3100">
                          <a:solidFill>
                            <a:schemeClr val="dk1"/>
                          </a:solidFill>
                          <a:latin typeface="Calibri"/>
                          <a:ea typeface="Calibri"/>
                          <a:cs typeface="Calibri"/>
                          <a:sym typeface="Calibri"/>
                        </a:rPr>
                        <a:t>US</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Clr>
                          <a:schemeClr val="dk1"/>
                        </a:buClr>
                        <a:buSzPts val="3100"/>
                        <a:buFont typeface="Calibri"/>
                        <a:buNone/>
                      </a:pPr>
                      <a:r>
                        <a:rPr b="1" lang="en-US" sz="3100">
                          <a:solidFill>
                            <a:schemeClr val="dk1"/>
                          </a:solidFill>
                          <a:latin typeface="Calibri"/>
                          <a:ea typeface="Calibri"/>
                          <a:cs typeface="Calibri"/>
                          <a:sym typeface="Calibri"/>
                        </a:rPr>
                        <a:t>101750.14</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bl>
          </a:graphicData>
        </a:graphic>
      </p:graphicFrame>
      <p:sp>
        <p:nvSpPr>
          <p:cNvPr id="136" name="Google Shape;136;p16"/>
          <p:cNvSpPr txBox="1"/>
          <p:nvPr/>
        </p:nvSpPr>
        <p:spPr>
          <a:xfrm>
            <a:off x="29418925" y="5456213"/>
            <a:ext cx="12862200" cy="11304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4700"/>
              <a:buFont typeface="Arial"/>
              <a:buNone/>
            </a:pPr>
            <a:r>
              <a:rPr b="1" lang="en-US" sz="4700">
                <a:solidFill>
                  <a:schemeClr val="lt1"/>
                </a:solidFill>
              </a:rPr>
              <a:t>Linear </a:t>
            </a:r>
            <a:r>
              <a:rPr b="1" lang="en-US" sz="4700">
                <a:solidFill>
                  <a:schemeClr val="lt1"/>
                </a:solidFill>
              </a:rPr>
              <a:t>Regression</a:t>
            </a:r>
            <a:r>
              <a:rPr b="1" lang="en-US" sz="4700">
                <a:solidFill>
                  <a:schemeClr val="lt1"/>
                </a:solidFill>
              </a:rPr>
              <a:t> Predictions</a:t>
            </a:r>
            <a:endParaRPr/>
          </a:p>
        </p:txBody>
      </p:sp>
      <p:sp>
        <p:nvSpPr>
          <p:cNvPr id="137" name="Google Shape;137;p16"/>
          <p:cNvSpPr txBox="1"/>
          <p:nvPr/>
        </p:nvSpPr>
        <p:spPr>
          <a:xfrm>
            <a:off x="873544" y="12296038"/>
            <a:ext cx="12862200" cy="857400"/>
          </a:xfrm>
          <a:prstGeom prst="rect">
            <a:avLst/>
          </a:prstGeom>
          <a:solidFill>
            <a:srgbClr val="CBCBCB"/>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dk1"/>
              </a:buClr>
              <a:buSzPts val="4000"/>
              <a:buFont typeface="Arial"/>
              <a:buNone/>
            </a:pPr>
            <a:r>
              <a:rPr b="1" lang="en-US" sz="4000">
                <a:solidFill>
                  <a:schemeClr val="dk1"/>
                </a:solidFill>
              </a:rPr>
              <a:t>Hypothesis</a:t>
            </a:r>
            <a:endParaRPr/>
          </a:p>
        </p:txBody>
      </p:sp>
      <p:sp>
        <p:nvSpPr>
          <p:cNvPr id="138" name="Google Shape;138;p16"/>
          <p:cNvSpPr txBox="1"/>
          <p:nvPr/>
        </p:nvSpPr>
        <p:spPr>
          <a:xfrm>
            <a:off x="533400" y="13378113"/>
            <a:ext cx="12862200" cy="2110800"/>
          </a:xfrm>
          <a:prstGeom prst="rect">
            <a:avLst/>
          </a:prstGeom>
          <a:noFill/>
          <a:ln>
            <a:noFill/>
          </a:ln>
        </p:spPr>
        <p:txBody>
          <a:bodyPr anchorCtr="0" anchor="t" bIns="45200" lIns="90425" spcFirstLastPara="1" rIns="90425" wrap="square" tIns="45200">
            <a:noAutofit/>
          </a:bodyPr>
          <a:lstStyle/>
          <a:p>
            <a:pPr indent="0" lvl="0" marL="457200" marR="0" rtl="0" algn="just">
              <a:lnSpc>
                <a:spcPct val="100000"/>
              </a:lnSpc>
              <a:spcBef>
                <a:spcPts val="0"/>
              </a:spcBef>
              <a:spcAft>
                <a:spcPts val="0"/>
              </a:spcAft>
              <a:buNone/>
            </a:pPr>
            <a:r>
              <a:rPr b="1" lang="en-US" sz="4000">
                <a:solidFill>
                  <a:schemeClr val="dk1"/>
                </a:solidFill>
                <a:latin typeface="Calibri"/>
                <a:ea typeface="Calibri"/>
                <a:cs typeface="Calibri"/>
                <a:sym typeface="Calibri"/>
              </a:rPr>
              <a:t>A free political system, high trade, and high energy consumption is associated with high GDP per capita and low Gini coefficient.</a:t>
            </a:r>
            <a:endParaRPr sz="4000">
              <a:latin typeface="Calibri"/>
              <a:ea typeface="Calibri"/>
              <a:cs typeface="Calibri"/>
              <a:sym typeface="Calibri"/>
            </a:endParaRPr>
          </a:p>
        </p:txBody>
      </p:sp>
      <p:sp>
        <p:nvSpPr>
          <p:cNvPr id="139" name="Google Shape;139;p16"/>
          <p:cNvSpPr txBox="1"/>
          <p:nvPr/>
        </p:nvSpPr>
        <p:spPr>
          <a:xfrm>
            <a:off x="979175" y="17038125"/>
            <a:ext cx="12701400" cy="7007100"/>
          </a:xfrm>
          <a:prstGeom prst="rect">
            <a:avLst/>
          </a:prstGeom>
          <a:noFill/>
          <a:ln>
            <a:noFill/>
          </a:ln>
        </p:spPr>
        <p:txBody>
          <a:bodyPr anchorCtr="0" anchor="t" bIns="45200" lIns="90425" spcFirstLastPara="1" rIns="90425" wrap="square" tIns="45200">
            <a:noAutofit/>
          </a:bodyPr>
          <a:lstStyle/>
          <a:p>
            <a:pPr indent="0" lvl="0" marL="0" marR="0" rtl="0" algn="just">
              <a:lnSpc>
                <a:spcPct val="100000"/>
              </a:lnSpc>
              <a:spcBef>
                <a:spcPts val="0"/>
              </a:spcBef>
              <a:spcAft>
                <a:spcPts val="0"/>
              </a:spcAft>
              <a:buNone/>
            </a:pPr>
            <a:r>
              <a:rPr lang="en-US" sz="3400">
                <a:solidFill>
                  <a:schemeClr val="dk1"/>
                </a:solidFill>
                <a:latin typeface="Calibri"/>
                <a:ea typeface="Calibri"/>
                <a:cs typeface="Calibri"/>
                <a:sym typeface="Calibri"/>
              </a:rPr>
              <a:t>We </a:t>
            </a:r>
            <a:r>
              <a:rPr lang="en-US" sz="3400">
                <a:solidFill>
                  <a:schemeClr val="dk1"/>
                </a:solidFill>
                <a:latin typeface="Calibri"/>
                <a:ea typeface="Calibri"/>
                <a:cs typeface="Calibri"/>
                <a:sym typeface="Calibri"/>
              </a:rPr>
              <a:t>utilized 5 datasets from Our World In Data:</a:t>
            </a:r>
            <a:endParaRPr sz="34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sz="3400">
              <a:solidFill>
                <a:schemeClr val="dk1"/>
              </a:solidFill>
              <a:latin typeface="Calibri"/>
              <a:ea typeface="Calibri"/>
              <a:cs typeface="Calibri"/>
              <a:sym typeface="Calibri"/>
            </a:endParaRPr>
          </a:p>
          <a:p>
            <a:pPr indent="-444500" lvl="0" marL="457200" marR="0" rtl="0" algn="just">
              <a:lnSpc>
                <a:spcPct val="100000"/>
              </a:lnSpc>
              <a:spcBef>
                <a:spcPts val="0"/>
              </a:spcBef>
              <a:spcAft>
                <a:spcPts val="0"/>
              </a:spcAft>
              <a:buClr>
                <a:schemeClr val="dk1"/>
              </a:buClr>
              <a:buSzPts val="3400"/>
              <a:buFont typeface="Calibri"/>
              <a:buChar char="●"/>
            </a:pPr>
            <a:r>
              <a:rPr b="1" lang="en-US" sz="3400">
                <a:solidFill>
                  <a:schemeClr val="dk1"/>
                </a:solidFill>
                <a:latin typeface="Calibri"/>
                <a:ea typeface="Calibri"/>
                <a:cs typeface="Calibri"/>
                <a:sym typeface="Calibri"/>
              </a:rPr>
              <a:t>Gini coefficient from 1963 - 2023</a:t>
            </a:r>
            <a:endParaRPr b="1" sz="3400">
              <a:solidFill>
                <a:schemeClr val="dk1"/>
              </a:solidFill>
              <a:latin typeface="Calibri"/>
              <a:ea typeface="Calibri"/>
              <a:cs typeface="Calibri"/>
              <a:sym typeface="Calibri"/>
            </a:endParaRPr>
          </a:p>
          <a:p>
            <a:pPr indent="-444500" lvl="0" marL="457200" marR="0" rtl="0" algn="just">
              <a:lnSpc>
                <a:spcPct val="100000"/>
              </a:lnSpc>
              <a:spcBef>
                <a:spcPts val="0"/>
              </a:spcBef>
              <a:spcAft>
                <a:spcPts val="0"/>
              </a:spcAft>
              <a:buClr>
                <a:schemeClr val="dk1"/>
              </a:buClr>
              <a:buSzPts val="3400"/>
              <a:buFont typeface="Calibri"/>
              <a:buChar char="●"/>
            </a:pPr>
            <a:r>
              <a:rPr b="1" lang="en-US" sz="3400">
                <a:solidFill>
                  <a:schemeClr val="dk1"/>
                </a:solidFill>
                <a:latin typeface="Calibri"/>
                <a:ea typeface="Calibri"/>
                <a:cs typeface="Calibri"/>
                <a:sym typeface="Calibri"/>
              </a:rPr>
              <a:t>GDP per capita from 1990 - 2023</a:t>
            </a:r>
            <a:endParaRPr b="1" sz="3400">
              <a:solidFill>
                <a:schemeClr val="dk1"/>
              </a:solidFill>
              <a:latin typeface="Calibri"/>
              <a:ea typeface="Calibri"/>
              <a:cs typeface="Calibri"/>
              <a:sym typeface="Calibri"/>
            </a:endParaRPr>
          </a:p>
          <a:p>
            <a:pPr indent="-444500" lvl="0" marL="457200" marR="0" rtl="0" algn="just">
              <a:lnSpc>
                <a:spcPct val="100000"/>
              </a:lnSpc>
              <a:spcBef>
                <a:spcPts val="0"/>
              </a:spcBef>
              <a:spcAft>
                <a:spcPts val="0"/>
              </a:spcAft>
              <a:buClr>
                <a:schemeClr val="dk1"/>
              </a:buClr>
              <a:buSzPts val="3400"/>
              <a:buFont typeface="Calibri"/>
              <a:buChar char="●"/>
            </a:pPr>
            <a:r>
              <a:rPr b="1" lang="en-US" sz="3400">
                <a:solidFill>
                  <a:schemeClr val="dk1"/>
                </a:solidFill>
                <a:latin typeface="Calibri"/>
                <a:ea typeface="Calibri"/>
                <a:cs typeface="Calibri"/>
                <a:sym typeface="Calibri"/>
              </a:rPr>
              <a:t>Political regime from 1789 - 2024</a:t>
            </a:r>
            <a:endParaRPr b="1" sz="3400">
              <a:solidFill>
                <a:schemeClr val="dk1"/>
              </a:solidFill>
              <a:latin typeface="Calibri"/>
              <a:ea typeface="Calibri"/>
              <a:cs typeface="Calibri"/>
              <a:sym typeface="Calibri"/>
            </a:endParaRPr>
          </a:p>
          <a:p>
            <a:pPr indent="-444500" lvl="0" marL="457200" marR="0" rtl="0" algn="just">
              <a:lnSpc>
                <a:spcPct val="100000"/>
              </a:lnSpc>
              <a:spcBef>
                <a:spcPts val="0"/>
              </a:spcBef>
              <a:spcAft>
                <a:spcPts val="0"/>
              </a:spcAft>
              <a:buClr>
                <a:schemeClr val="dk1"/>
              </a:buClr>
              <a:buSzPts val="3400"/>
              <a:buFont typeface="Calibri"/>
              <a:buChar char="●"/>
            </a:pPr>
            <a:r>
              <a:rPr b="1" lang="en-US" sz="3400">
                <a:solidFill>
                  <a:schemeClr val="dk1"/>
                </a:solidFill>
                <a:latin typeface="Calibri"/>
                <a:ea typeface="Calibri"/>
                <a:cs typeface="Calibri"/>
                <a:sym typeface="Calibri"/>
              </a:rPr>
              <a:t>Trade as a share of GDP from 1960 - 2023</a:t>
            </a:r>
            <a:endParaRPr b="1" sz="3400">
              <a:solidFill>
                <a:schemeClr val="dk1"/>
              </a:solidFill>
              <a:latin typeface="Calibri"/>
              <a:ea typeface="Calibri"/>
              <a:cs typeface="Calibri"/>
              <a:sym typeface="Calibri"/>
            </a:endParaRPr>
          </a:p>
          <a:p>
            <a:pPr indent="-444500" lvl="0" marL="457200" marR="0" rtl="0" algn="just">
              <a:lnSpc>
                <a:spcPct val="100000"/>
              </a:lnSpc>
              <a:spcBef>
                <a:spcPts val="0"/>
              </a:spcBef>
              <a:spcAft>
                <a:spcPts val="0"/>
              </a:spcAft>
              <a:buClr>
                <a:schemeClr val="dk1"/>
              </a:buClr>
              <a:buSzPts val="3400"/>
              <a:buFont typeface="Calibri"/>
              <a:buChar char="●"/>
            </a:pPr>
            <a:r>
              <a:rPr b="1" lang="en-US" sz="3400">
                <a:solidFill>
                  <a:schemeClr val="dk1"/>
                </a:solidFill>
                <a:latin typeface="Calibri"/>
                <a:ea typeface="Calibri"/>
                <a:cs typeface="Calibri"/>
                <a:sym typeface="Calibri"/>
              </a:rPr>
              <a:t>Energy use per person from 1965 - 2023.</a:t>
            </a:r>
            <a:endParaRPr b="1" sz="34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sz="3400">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rPr lang="en-US" sz="3400">
                <a:solidFill>
                  <a:schemeClr val="dk1"/>
                </a:solidFill>
                <a:latin typeface="Calibri"/>
                <a:ea typeface="Calibri"/>
                <a:cs typeface="Calibri"/>
                <a:sym typeface="Calibri"/>
              </a:rPr>
              <a:t>We cleaned the datasets to only keep rows where all five indicators were all available. We choose these measures because these data points present diverse perspectives on what makes a country successful. Political regime represents politics, trade represents economic policy, while energy use can describe scientific achievement. </a:t>
            </a:r>
            <a:br>
              <a:rPr lang="en-US" sz="3000">
                <a:solidFill>
                  <a:schemeClr val="dk1"/>
                </a:solidFill>
              </a:rPr>
            </a:br>
            <a:r>
              <a:rPr lang="en-US" sz="3000">
                <a:solidFill>
                  <a:schemeClr val="dk1"/>
                </a:solidFill>
              </a:rPr>
              <a:t> </a:t>
            </a:r>
            <a:endParaRPr sz="3000"/>
          </a:p>
        </p:txBody>
      </p:sp>
      <p:sp>
        <p:nvSpPr>
          <p:cNvPr id="140" name="Google Shape;140;p16"/>
          <p:cNvSpPr txBox="1"/>
          <p:nvPr/>
        </p:nvSpPr>
        <p:spPr>
          <a:xfrm>
            <a:off x="14591500" y="17303025"/>
            <a:ext cx="15850500" cy="1569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000">
                <a:solidFill>
                  <a:schemeClr val="dk1"/>
                </a:solidFill>
                <a:latin typeface="Calibri"/>
                <a:ea typeface="Calibri"/>
                <a:cs typeface="Calibri"/>
                <a:sym typeface="Calibri"/>
              </a:rPr>
              <a:t>Our model had a score on train of 0.903, and a score on test of 0.877</a:t>
            </a:r>
            <a:endParaRPr b="1" sz="3000">
              <a:solidFill>
                <a:schemeClr val="dk1"/>
              </a:solidFill>
              <a:latin typeface="Calibri"/>
              <a:ea typeface="Calibri"/>
              <a:cs typeface="Calibri"/>
              <a:sym typeface="Calibri"/>
            </a:endParaRPr>
          </a:p>
          <a:p>
            <a:pPr indent="0" lvl="0" marL="0" rtl="0" algn="ctr">
              <a:spcBef>
                <a:spcPts val="0"/>
              </a:spcBef>
              <a:spcAft>
                <a:spcPts val="0"/>
              </a:spcAft>
              <a:buNone/>
            </a:pPr>
            <a:r>
              <a:rPr b="1" lang="en-US" sz="3000">
                <a:solidFill>
                  <a:schemeClr val="dk1"/>
                </a:solidFill>
                <a:latin typeface="Calibri"/>
                <a:ea typeface="Calibri"/>
                <a:cs typeface="Calibri"/>
                <a:sym typeface="Calibri"/>
              </a:rPr>
              <a:t>Political regime note: Closed autocracies = 0, electoral autocracies = 1, electoral democracies = 2, and liberal democracies = 3.</a:t>
            </a:r>
            <a:endParaRPr b="1" sz="3000">
              <a:solidFill>
                <a:schemeClr val="dk1"/>
              </a:solidFill>
              <a:latin typeface="Calibri"/>
              <a:ea typeface="Calibri"/>
              <a:cs typeface="Calibri"/>
              <a:sym typeface="Calibri"/>
            </a:endParaRPr>
          </a:p>
        </p:txBody>
      </p:sp>
      <p:sp>
        <p:nvSpPr>
          <p:cNvPr id="141" name="Google Shape;141;p16"/>
          <p:cNvSpPr txBox="1"/>
          <p:nvPr/>
        </p:nvSpPr>
        <p:spPr>
          <a:xfrm>
            <a:off x="32190075" y="6884400"/>
            <a:ext cx="7231500" cy="123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400">
                <a:solidFill>
                  <a:schemeClr val="dk1"/>
                </a:solidFill>
                <a:latin typeface="Calibri"/>
                <a:ea typeface="Calibri"/>
                <a:cs typeface="Calibri"/>
                <a:sym typeface="Calibri"/>
              </a:rPr>
              <a:t>Top 10 predicted countries for Combined GDP-Gini in 2043</a:t>
            </a:r>
            <a:endParaRPr b="1" sz="3400">
              <a:solidFill>
                <a:schemeClr val="dk1"/>
              </a:solidFill>
              <a:latin typeface="Calibri"/>
              <a:ea typeface="Calibri"/>
              <a:cs typeface="Calibri"/>
              <a:sym typeface="Calibri"/>
            </a:endParaRPr>
          </a:p>
        </p:txBody>
      </p:sp>
      <p:sp>
        <p:nvSpPr>
          <p:cNvPr id="142" name="Google Shape;142;p16"/>
          <p:cNvSpPr txBox="1"/>
          <p:nvPr/>
        </p:nvSpPr>
        <p:spPr>
          <a:xfrm>
            <a:off x="873553" y="24243425"/>
            <a:ext cx="12862200" cy="11304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4700"/>
              <a:buFont typeface="Arial"/>
              <a:buNone/>
            </a:pPr>
            <a:r>
              <a:rPr b="1" lang="en-US" sz="4700">
                <a:solidFill>
                  <a:schemeClr val="lt1"/>
                </a:solidFill>
              </a:rPr>
              <a:t>Models For Analysis</a:t>
            </a:r>
            <a:endParaRPr/>
          </a:p>
        </p:txBody>
      </p:sp>
      <p:sp>
        <p:nvSpPr>
          <p:cNvPr id="143" name="Google Shape;143;p16"/>
          <p:cNvSpPr txBox="1"/>
          <p:nvPr/>
        </p:nvSpPr>
        <p:spPr>
          <a:xfrm>
            <a:off x="533400" y="25568250"/>
            <a:ext cx="13677900" cy="6329400"/>
          </a:xfrm>
          <a:prstGeom prst="rect">
            <a:avLst/>
          </a:prstGeom>
          <a:noFill/>
          <a:ln>
            <a:noFill/>
          </a:ln>
        </p:spPr>
        <p:txBody>
          <a:bodyPr anchorCtr="0" anchor="t" bIns="45200" lIns="90425" spcFirstLastPara="1" rIns="90425" wrap="square" tIns="45200">
            <a:noAutofit/>
          </a:bodyPr>
          <a:lstStyle/>
          <a:p>
            <a:pPr indent="0" lvl="0" marL="457200" marR="0" rtl="0" algn="l">
              <a:lnSpc>
                <a:spcPct val="100000"/>
              </a:lnSpc>
              <a:spcBef>
                <a:spcPts val="0"/>
              </a:spcBef>
              <a:spcAft>
                <a:spcPts val="0"/>
              </a:spcAft>
              <a:buNone/>
            </a:pPr>
            <a:r>
              <a:rPr lang="en-US" sz="3400">
                <a:solidFill>
                  <a:schemeClr val="dk1"/>
                </a:solidFill>
                <a:latin typeface="Calibri"/>
                <a:ea typeface="Calibri"/>
                <a:cs typeface="Calibri"/>
                <a:sym typeface="Calibri"/>
              </a:rPr>
              <a:t>We decided to use a </a:t>
            </a:r>
            <a:r>
              <a:rPr b="1" lang="en-US" sz="3400">
                <a:solidFill>
                  <a:schemeClr val="dk1"/>
                </a:solidFill>
                <a:latin typeface="Calibri"/>
                <a:ea typeface="Calibri"/>
                <a:cs typeface="Calibri"/>
                <a:sym typeface="Calibri"/>
              </a:rPr>
              <a:t>decision tree </a:t>
            </a:r>
            <a:r>
              <a:rPr lang="en-US" sz="3400">
                <a:solidFill>
                  <a:schemeClr val="dk1"/>
                </a:solidFill>
                <a:latin typeface="Calibri"/>
                <a:ea typeface="Calibri"/>
                <a:cs typeface="Calibri"/>
                <a:sym typeface="Calibri"/>
              </a:rPr>
              <a:t>and </a:t>
            </a:r>
            <a:r>
              <a:rPr b="1" lang="en-US" sz="3400">
                <a:solidFill>
                  <a:schemeClr val="dk1"/>
                </a:solidFill>
                <a:latin typeface="Calibri"/>
                <a:ea typeface="Calibri"/>
                <a:cs typeface="Calibri"/>
                <a:sym typeface="Calibri"/>
              </a:rPr>
              <a:t>linear regression</a:t>
            </a:r>
            <a:r>
              <a:rPr lang="en-US" sz="3400">
                <a:solidFill>
                  <a:schemeClr val="dk1"/>
                </a:solidFill>
                <a:latin typeface="Calibri"/>
                <a:ea typeface="Calibri"/>
                <a:cs typeface="Calibri"/>
                <a:sym typeface="Calibri"/>
              </a:rPr>
              <a:t> for analysis. We used the decision tree to try to </a:t>
            </a:r>
            <a:r>
              <a:rPr b="1" lang="en-US" sz="3400">
                <a:solidFill>
                  <a:schemeClr val="dk1"/>
                </a:solidFill>
                <a:latin typeface="Calibri"/>
                <a:ea typeface="Calibri"/>
                <a:cs typeface="Calibri"/>
                <a:sym typeface="Calibri"/>
              </a:rPr>
              <a:t>find</a:t>
            </a:r>
            <a:r>
              <a:rPr lang="en-US" sz="3400">
                <a:solidFill>
                  <a:schemeClr val="dk1"/>
                </a:solidFill>
                <a:latin typeface="Calibri"/>
                <a:ea typeface="Calibri"/>
                <a:cs typeface="Calibri"/>
                <a:sym typeface="Calibri"/>
              </a:rPr>
              <a:t> which features are correlated with high GDP PPP and low Gini, while we used the linear regression model to try to predict future countries with high GDP PPP and low Gini.</a:t>
            </a:r>
            <a:endParaRPr sz="34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34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lang="en-US" sz="3400">
                <a:solidFill>
                  <a:schemeClr val="dk1"/>
                </a:solidFill>
                <a:latin typeface="Calibri"/>
                <a:ea typeface="Calibri"/>
                <a:cs typeface="Calibri"/>
                <a:sym typeface="Calibri"/>
              </a:rPr>
              <a:t>We defined </a:t>
            </a:r>
            <a:r>
              <a:rPr b="1" lang="en-US" sz="3400">
                <a:solidFill>
                  <a:schemeClr val="dk1"/>
                </a:solidFill>
                <a:latin typeface="Calibri"/>
                <a:ea typeface="Calibri"/>
                <a:cs typeface="Calibri"/>
                <a:sym typeface="Calibri"/>
              </a:rPr>
              <a:t>high GDP PPP </a:t>
            </a:r>
            <a:r>
              <a:rPr lang="en-US" sz="3400">
                <a:solidFill>
                  <a:schemeClr val="dk1"/>
                </a:solidFill>
                <a:latin typeface="Calibri"/>
                <a:ea typeface="Calibri"/>
                <a:cs typeface="Calibri"/>
                <a:sym typeface="Calibri"/>
              </a:rPr>
              <a:t>as above $30,000 2021 US Dollars, while we defined </a:t>
            </a:r>
            <a:r>
              <a:rPr b="1" lang="en-US" sz="3400">
                <a:solidFill>
                  <a:schemeClr val="dk1"/>
                </a:solidFill>
                <a:latin typeface="Calibri"/>
                <a:ea typeface="Calibri"/>
                <a:cs typeface="Calibri"/>
                <a:sym typeface="Calibri"/>
              </a:rPr>
              <a:t>low Gini</a:t>
            </a:r>
            <a:r>
              <a:rPr lang="en-US" sz="3400">
                <a:solidFill>
                  <a:schemeClr val="dk1"/>
                </a:solidFill>
                <a:latin typeface="Calibri"/>
                <a:ea typeface="Calibri"/>
                <a:cs typeface="Calibri"/>
                <a:sym typeface="Calibri"/>
              </a:rPr>
              <a:t> as below 0.30. We used this metric in our decision tree analysis.</a:t>
            </a:r>
            <a:endParaRPr sz="34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34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rPr lang="en-US" sz="3400">
                <a:solidFill>
                  <a:schemeClr val="dk1"/>
                </a:solidFill>
                <a:latin typeface="Calibri"/>
                <a:ea typeface="Calibri"/>
                <a:cs typeface="Calibri"/>
                <a:sym typeface="Calibri"/>
              </a:rPr>
              <a:t>We also created a metric </a:t>
            </a:r>
            <a:r>
              <a:rPr b="1" lang="en-US" sz="3400">
                <a:solidFill>
                  <a:schemeClr val="dk1"/>
                </a:solidFill>
                <a:latin typeface="Calibri"/>
                <a:ea typeface="Calibri"/>
                <a:cs typeface="Calibri"/>
                <a:sym typeface="Calibri"/>
              </a:rPr>
              <a:t>(GDP-Gini Score)</a:t>
            </a:r>
            <a:r>
              <a:rPr lang="en-US" sz="3400">
                <a:solidFill>
                  <a:schemeClr val="dk1"/>
                </a:solidFill>
                <a:latin typeface="Calibri"/>
                <a:ea typeface="Calibri"/>
                <a:cs typeface="Calibri"/>
                <a:sym typeface="Calibri"/>
              </a:rPr>
              <a:t> that combines </a:t>
            </a:r>
            <a:r>
              <a:rPr b="1" lang="en-US" sz="3400">
                <a:solidFill>
                  <a:schemeClr val="dk1"/>
                </a:solidFill>
                <a:latin typeface="Calibri"/>
                <a:ea typeface="Calibri"/>
                <a:cs typeface="Calibri"/>
                <a:sym typeface="Calibri"/>
              </a:rPr>
              <a:t>(1-Gini) * GDP PPP</a:t>
            </a:r>
            <a:r>
              <a:rPr lang="en-US" sz="3400">
                <a:solidFill>
                  <a:schemeClr val="dk1"/>
                </a:solidFill>
                <a:latin typeface="Calibri"/>
                <a:ea typeface="Calibri"/>
                <a:cs typeface="Calibri"/>
                <a:sym typeface="Calibri"/>
              </a:rPr>
              <a:t> to create a new quantitative measure of if a country has has high GDP PPP and low Gini. We used this metric in our linear regression analysis. </a:t>
            </a:r>
            <a:endParaRPr b="0" i="0" sz="3500" u="none" cap="none" strike="noStrike">
              <a:solidFill>
                <a:schemeClr val="dk1"/>
              </a:solidFill>
              <a:latin typeface="Arial"/>
              <a:ea typeface="Arial"/>
              <a:cs typeface="Arial"/>
              <a:sym typeface="Arial"/>
            </a:endParaRPr>
          </a:p>
        </p:txBody>
      </p:sp>
      <p:sp>
        <p:nvSpPr>
          <p:cNvPr id="144" name="Google Shape;144;p16"/>
          <p:cNvSpPr txBox="1"/>
          <p:nvPr/>
        </p:nvSpPr>
        <p:spPr>
          <a:xfrm>
            <a:off x="14702405" y="19000162"/>
            <a:ext cx="12862200" cy="11304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4700"/>
              <a:buFont typeface="Arial"/>
              <a:buNone/>
            </a:pPr>
            <a:r>
              <a:rPr b="1" lang="en-US" sz="4700">
                <a:solidFill>
                  <a:schemeClr val="lt1"/>
                </a:solidFill>
              </a:rPr>
              <a:t>Linear Regression Analysis</a:t>
            </a:r>
            <a:endParaRPr/>
          </a:p>
        </p:txBody>
      </p:sp>
      <p:graphicFrame>
        <p:nvGraphicFramePr>
          <p:cNvPr id="145" name="Google Shape;145;p16"/>
          <p:cNvGraphicFramePr/>
          <p:nvPr/>
        </p:nvGraphicFramePr>
        <p:xfrm>
          <a:off x="22004445" y="22162625"/>
          <a:ext cx="3000000" cy="3000000"/>
        </p:xfrm>
        <a:graphic>
          <a:graphicData uri="http://schemas.openxmlformats.org/drawingml/2006/table">
            <a:tbl>
              <a:tblPr>
                <a:noFill/>
                <a:tableStyleId>{6241B9AE-B33E-4795-B9E8-79206A3BC3A8}</a:tableStyleId>
              </a:tblPr>
              <a:tblGrid>
                <a:gridCol w="2564250"/>
                <a:gridCol w="3108550"/>
              </a:tblGrid>
              <a:tr h="1040400">
                <a:tc>
                  <a:txBody>
                    <a:bodyPr/>
                    <a:lstStyle/>
                    <a:p>
                      <a:pPr indent="0" lvl="0" marL="0" marR="0" rtl="0" algn="ctr">
                        <a:lnSpc>
                          <a:spcPct val="10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Country</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2654"/>
                    </a:solidFill>
                  </a:tcPr>
                </a:tc>
                <a:tc>
                  <a:txBody>
                    <a:bodyPr/>
                    <a:lstStyle/>
                    <a:p>
                      <a:pPr indent="0" lvl="0" marL="0" marR="0" rtl="0" algn="ctr">
                        <a:lnSpc>
                          <a:spcPct val="10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GDP-Gini score</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2654"/>
                    </a:solidFill>
                  </a:tcPr>
                </a:tc>
              </a:tr>
              <a:tr h="1040400">
                <a:tc>
                  <a:txBody>
                    <a:bodyPr/>
                    <a:lstStyle/>
                    <a:p>
                      <a:pPr indent="0" lvl="0" marL="0" marR="0" rtl="0" algn="ctr">
                        <a:lnSpc>
                          <a:spcPct val="100000"/>
                        </a:lnSpc>
                        <a:spcBef>
                          <a:spcPts val="0"/>
                        </a:spcBef>
                        <a:spcAft>
                          <a:spcPts val="0"/>
                        </a:spcAft>
                        <a:buClr>
                          <a:srgbClr val="000000"/>
                        </a:buClr>
                        <a:buSzPts val="3100"/>
                        <a:buFont typeface="Calibri"/>
                        <a:buNone/>
                      </a:pPr>
                      <a:r>
                        <a:rPr b="1" lang="en-US" sz="3100">
                          <a:latin typeface="Calibri"/>
                          <a:ea typeface="Calibri"/>
                          <a:cs typeface="Calibri"/>
                          <a:sym typeface="Calibri"/>
                        </a:rPr>
                        <a:t>USA</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marR="0" rtl="0" algn="ctr">
                        <a:lnSpc>
                          <a:spcPct val="100000"/>
                        </a:lnSpc>
                        <a:spcBef>
                          <a:spcPts val="0"/>
                        </a:spcBef>
                        <a:spcAft>
                          <a:spcPts val="0"/>
                        </a:spcAft>
                        <a:buClr>
                          <a:srgbClr val="000000"/>
                        </a:buClr>
                        <a:buSzPts val="3100"/>
                        <a:buFont typeface="Calibri"/>
                        <a:buNone/>
                      </a:pPr>
                      <a:r>
                        <a:rPr b="1" lang="en-US" sz="3100">
                          <a:latin typeface="Calibri"/>
                          <a:ea typeface="Calibri"/>
                          <a:cs typeface="Calibri"/>
                          <a:sym typeface="Calibri"/>
                        </a:rPr>
                        <a:t>42733.35</a:t>
                      </a:r>
                      <a:endParaRPr b="1" sz="3100">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Chile</a:t>
                      </a:r>
                      <a:endParaRPr b="1" sz="3100">
                        <a:solidFill>
                          <a:schemeClr val="dk1"/>
                        </a:solidFill>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16835.08</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1040400">
                <a:tc>
                  <a:txBody>
                    <a:bodyPr/>
                    <a:lstStyle/>
                    <a:p>
                      <a:pPr indent="0" lvl="0" marL="0" rtl="0" algn="ctr">
                        <a:spcBef>
                          <a:spcPts val="0"/>
                        </a:spcBef>
                        <a:spcAft>
                          <a:spcPts val="0"/>
                        </a:spcAft>
                        <a:buNone/>
                      </a:pPr>
                      <a:r>
                        <a:rPr b="1" lang="en-US" sz="3100">
                          <a:solidFill>
                            <a:schemeClr val="dk1"/>
                          </a:solidFill>
                          <a:latin typeface="Calibri"/>
                          <a:ea typeface="Calibri"/>
                          <a:cs typeface="Calibri"/>
                          <a:sym typeface="Calibri"/>
                        </a:rPr>
                        <a:t>Mexico</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12238.79</a:t>
                      </a:r>
                      <a:endParaRPr b="1" sz="3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Peru</a:t>
                      </a:r>
                      <a:endParaRPr b="1" sz="3100">
                        <a:solidFill>
                          <a:schemeClr val="dk1"/>
                        </a:solidFill>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9275.06</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Brazil</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8903.12</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Indonesia</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8599.02</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Colombia</a:t>
                      </a:r>
                      <a:endParaRPr b="1" sz="3100">
                        <a:solidFill>
                          <a:schemeClr val="dk1"/>
                        </a:solidFill>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8488.74</a:t>
                      </a:r>
                      <a:endParaRPr b="1" sz="3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bl>
          </a:graphicData>
        </a:graphic>
      </p:graphicFrame>
      <p:graphicFrame>
        <p:nvGraphicFramePr>
          <p:cNvPr id="146" name="Google Shape;146;p16"/>
          <p:cNvGraphicFramePr/>
          <p:nvPr/>
        </p:nvGraphicFramePr>
        <p:xfrm>
          <a:off x="14906545" y="22162638"/>
          <a:ext cx="3000000" cy="3000000"/>
        </p:xfrm>
        <a:graphic>
          <a:graphicData uri="http://schemas.openxmlformats.org/drawingml/2006/table">
            <a:tbl>
              <a:tblPr>
                <a:noFill/>
                <a:tableStyleId>{6241B9AE-B33E-4795-B9E8-79206A3BC3A8}</a:tableStyleId>
              </a:tblPr>
              <a:tblGrid>
                <a:gridCol w="2567500"/>
                <a:gridCol w="3111800"/>
              </a:tblGrid>
              <a:tr h="1040400">
                <a:tc>
                  <a:txBody>
                    <a:bodyPr/>
                    <a:lstStyle/>
                    <a:p>
                      <a:pPr indent="0" lvl="0" marL="0" marR="0" rtl="0" algn="ctr">
                        <a:lnSpc>
                          <a:spcPct val="10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Country</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2654"/>
                    </a:solidFill>
                  </a:tcPr>
                </a:tc>
                <a:tc>
                  <a:txBody>
                    <a:bodyPr/>
                    <a:lstStyle/>
                    <a:p>
                      <a:pPr indent="0" lvl="0" marL="0" marR="0" rtl="0" algn="ctr">
                        <a:lnSpc>
                          <a:spcPct val="10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GDP-Gini score</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002654"/>
                    </a:solidFill>
                  </a:tcPr>
                </a:tc>
              </a:tr>
              <a:tr h="1040400">
                <a:tc>
                  <a:txBody>
                    <a:bodyPr/>
                    <a:lstStyle/>
                    <a:p>
                      <a:pPr indent="0" lvl="0" marL="0" marR="0" rtl="0" algn="ctr">
                        <a:lnSpc>
                          <a:spcPct val="100000"/>
                        </a:lnSpc>
                        <a:spcBef>
                          <a:spcPts val="0"/>
                        </a:spcBef>
                        <a:spcAft>
                          <a:spcPts val="0"/>
                        </a:spcAft>
                        <a:buClr>
                          <a:srgbClr val="000000"/>
                        </a:buClr>
                        <a:buSzPts val="3100"/>
                        <a:buFont typeface="Calibri"/>
                        <a:buNone/>
                      </a:pPr>
                      <a:r>
                        <a:rPr b="1" lang="en-US" sz="3100">
                          <a:latin typeface="Calibri"/>
                          <a:ea typeface="Calibri"/>
                          <a:cs typeface="Calibri"/>
                          <a:sym typeface="Calibri"/>
                        </a:rPr>
                        <a:t>Brazil</a:t>
                      </a:r>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marR="0" rtl="0" algn="ctr">
                        <a:lnSpc>
                          <a:spcPct val="100000"/>
                        </a:lnSpc>
                        <a:spcBef>
                          <a:spcPts val="0"/>
                        </a:spcBef>
                        <a:spcAft>
                          <a:spcPts val="0"/>
                        </a:spcAft>
                        <a:buClr>
                          <a:srgbClr val="000000"/>
                        </a:buClr>
                        <a:buSzPts val="3100"/>
                        <a:buFont typeface="Calibri"/>
                        <a:buNone/>
                      </a:pPr>
                      <a:r>
                        <a:rPr b="1" lang="en-US" sz="3100">
                          <a:latin typeface="Calibri"/>
                          <a:ea typeface="Calibri"/>
                          <a:cs typeface="Calibri"/>
                          <a:sym typeface="Calibri"/>
                        </a:rPr>
                        <a:t>1,630,000</a:t>
                      </a:r>
                      <a:endParaRPr b="1" sz="3100">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USA</a:t>
                      </a:r>
                      <a:endParaRPr b="1" sz="3100">
                        <a:solidFill>
                          <a:schemeClr val="dk1"/>
                        </a:solidFill>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48,200</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1040400">
                <a:tc>
                  <a:txBody>
                    <a:bodyPr/>
                    <a:lstStyle/>
                    <a:p>
                      <a:pPr indent="0" lvl="0" marL="0" rtl="0" algn="ctr">
                        <a:spcBef>
                          <a:spcPts val="0"/>
                        </a:spcBef>
                        <a:spcAft>
                          <a:spcPts val="0"/>
                        </a:spcAft>
                        <a:buNone/>
                      </a:pPr>
                      <a:r>
                        <a:rPr b="1" lang="en-US" sz="3100">
                          <a:solidFill>
                            <a:schemeClr val="dk1"/>
                          </a:solidFill>
                          <a:latin typeface="Calibri"/>
                          <a:ea typeface="Calibri"/>
                          <a:cs typeface="Calibri"/>
                          <a:sym typeface="Calibri"/>
                        </a:rPr>
                        <a:t>Indonesia</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26,600</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Mexico</a:t>
                      </a:r>
                      <a:endParaRPr b="1" sz="3100">
                        <a:solidFill>
                          <a:schemeClr val="dk1"/>
                        </a:solidFill>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14,400</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Chile</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6,640</a:t>
                      </a:r>
                      <a:endParaRPr b="1" sz="3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Peru</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c>
                  <a:txBody>
                    <a:bodyPr/>
                    <a:lstStyle/>
                    <a:p>
                      <a:pPr indent="0" lvl="0" marL="0" rtl="0" algn="ctr">
                        <a:spcBef>
                          <a:spcPts val="0"/>
                        </a:spcBef>
                        <a:spcAft>
                          <a:spcPts val="0"/>
                        </a:spcAft>
                        <a:buSzPts val="3100"/>
                        <a:buNone/>
                      </a:pPr>
                      <a:r>
                        <a:rPr b="1" lang="en-US" sz="3100">
                          <a:solidFill>
                            <a:schemeClr val="dk1"/>
                          </a:solidFill>
                          <a:latin typeface="Calibri"/>
                          <a:ea typeface="Calibri"/>
                          <a:cs typeface="Calibri"/>
                          <a:sym typeface="Calibri"/>
                        </a:rPr>
                        <a:t>4,210</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E7E7"/>
                    </a:solidFill>
                  </a:tcPr>
                </a:tc>
              </a:tr>
              <a:tr h="1040400">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Colombia</a:t>
                      </a:r>
                      <a:endParaRPr b="1" sz="3100">
                        <a:solidFill>
                          <a:schemeClr val="dk1"/>
                        </a:solidFill>
                        <a:latin typeface="Calibri"/>
                        <a:ea typeface="Calibri"/>
                        <a:cs typeface="Calibri"/>
                        <a:sym typeface="Calibri"/>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c>
                  <a:txBody>
                    <a:bodyPr/>
                    <a:lstStyle/>
                    <a:p>
                      <a:pPr indent="0" lvl="0" marL="0" marR="0" rtl="0" algn="ctr">
                        <a:spcBef>
                          <a:spcPts val="0"/>
                        </a:spcBef>
                        <a:spcAft>
                          <a:spcPts val="0"/>
                        </a:spcAft>
                        <a:buNone/>
                      </a:pPr>
                      <a:r>
                        <a:rPr b="1" lang="en-US" sz="3100">
                          <a:solidFill>
                            <a:schemeClr val="dk1"/>
                          </a:solidFill>
                          <a:latin typeface="Calibri"/>
                          <a:ea typeface="Calibri"/>
                          <a:cs typeface="Calibri"/>
                          <a:sym typeface="Calibri"/>
                        </a:rPr>
                        <a:t>3,620</a:t>
                      </a:r>
                      <a:endParaRPr sz="1779">
                        <a:solidFill>
                          <a:schemeClr val="dk1"/>
                        </a:solidFill>
                        <a:latin typeface="Times New Roman"/>
                        <a:ea typeface="Times New Roman"/>
                        <a:cs typeface="Times New Roman"/>
                        <a:sym typeface="Times New Roman"/>
                      </a:endParaRPr>
                    </a:p>
                  </a:txBody>
                  <a:tcPr marT="0" marB="0" marR="53000" marL="530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CBCB"/>
                    </a:solidFill>
                  </a:tcPr>
                </a:tc>
              </a:tr>
            </a:tbl>
          </a:graphicData>
        </a:graphic>
      </p:graphicFrame>
      <p:sp>
        <p:nvSpPr>
          <p:cNvPr id="147" name="Google Shape;147;p16"/>
          <p:cNvSpPr txBox="1"/>
          <p:nvPr/>
        </p:nvSpPr>
        <p:spPr>
          <a:xfrm>
            <a:off x="15411588" y="20805413"/>
            <a:ext cx="46692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dk1"/>
                </a:solidFill>
                <a:latin typeface="Calibri"/>
                <a:ea typeface="Calibri"/>
                <a:cs typeface="Calibri"/>
                <a:sym typeface="Calibri"/>
              </a:rPr>
              <a:t>Top 7 Predicted Highest GDP-Gini Scores in 2022</a:t>
            </a:r>
            <a:endParaRPr b="1" sz="3400">
              <a:solidFill>
                <a:schemeClr val="dk1"/>
              </a:solidFill>
              <a:latin typeface="Calibri"/>
              <a:ea typeface="Calibri"/>
              <a:cs typeface="Calibri"/>
              <a:sym typeface="Calibri"/>
            </a:endParaRPr>
          </a:p>
        </p:txBody>
      </p:sp>
      <p:sp>
        <p:nvSpPr>
          <p:cNvPr id="148" name="Google Shape;148;p16"/>
          <p:cNvSpPr txBox="1"/>
          <p:nvPr/>
        </p:nvSpPr>
        <p:spPr>
          <a:xfrm>
            <a:off x="22506236" y="20805413"/>
            <a:ext cx="46692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dk1"/>
                </a:solidFill>
                <a:latin typeface="Calibri"/>
                <a:ea typeface="Calibri"/>
                <a:cs typeface="Calibri"/>
                <a:sym typeface="Calibri"/>
              </a:rPr>
              <a:t>Top 7 Actual Highest GDP-Gini Scores in 2022</a:t>
            </a:r>
            <a:endParaRPr b="1" sz="3400">
              <a:solidFill>
                <a:schemeClr val="dk1"/>
              </a:solidFill>
              <a:latin typeface="Calibri"/>
              <a:ea typeface="Calibri"/>
              <a:cs typeface="Calibri"/>
              <a:sym typeface="Calibri"/>
            </a:endParaRPr>
          </a:p>
        </p:txBody>
      </p:sp>
      <p:sp>
        <p:nvSpPr>
          <p:cNvPr id="149" name="Google Shape;149;p16"/>
          <p:cNvSpPr txBox="1"/>
          <p:nvPr/>
        </p:nvSpPr>
        <p:spPr>
          <a:xfrm>
            <a:off x="14924013" y="30831388"/>
            <a:ext cx="131745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400">
                <a:solidFill>
                  <a:schemeClr val="dk1"/>
                </a:solidFill>
                <a:latin typeface="Calibri"/>
                <a:ea typeface="Calibri"/>
                <a:cs typeface="Calibri"/>
                <a:sym typeface="Calibri"/>
              </a:rPr>
              <a:t>We successfully predicted all of the Top 7 highest GDP - Gini scores in 2022, although the ordering and specific numbers were different.</a:t>
            </a:r>
            <a:endParaRPr b="1" sz="3400">
              <a:solidFill>
                <a:schemeClr val="dk1"/>
              </a:solidFill>
              <a:latin typeface="Calibri"/>
              <a:ea typeface="Calibri"/>
              <a:cs typeface="Calibri"/>
              <a:sym typeface="Calibri"/>
            </a:endParaRPr>
          </a:p>
        </p:txBody>
      </p:sp>
      <p:sp>
        <p:nvSpPr>
          <p:cNvPr id="150" name="Google Shape;150;p16"/>
          <p:cNvSpPr txBox="1"/>
          <p:nvPr/>
        </p:nvSpPr>
        <p:spPr>
          <a:xfrm>
            <a:off x="29463055" y="18989550"/>
            <a:ext cx="12862200" cy="11304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4700"/>
              <a:buFont typeface="Arial"/>
              <a:buNone/>
            </a:pPr>
            <a:r>
              <a:rPr b="1" lang="en-US" sz="4700">
                <a:solidFill>
                  <a:schemeClr val="lt1"/>
                </a:solidFill>
              </a:rPr>
              <a:t>Conclusion</a:t>
            </a:r>
            <a:endParaRPr/>
          </a:p>
        </p:txBody>
      </p:sp>
      <p:sp>
        <p:nvSpPr>
          <p:cNvPr id="151" name="Google Shape;151;p16"/>
          <p:cNvSpPr txBox="1"/>
          <p:nvPr/>
        </p:nvSpPr>
        <p:spPr>
          <a:xfrm>
            <a:off x="29095855" y="28616838"/>
            <a:ext cx="12862200" cy="828600"/>
          </a:xfrm>
          <a:prstGeom prst="rect">
            <a:avLst/>
          </a:prstGeom>
          <a:solidFill>
            <a:srgbClr val="469DD5"/>
          </a:solidFill>
          <a:ln cap="flat" cmpd="sng" w="57150">
            <a:solidFill>
              <a:schemeClr val="dk1"/>
            </a:solidFill>
            <a:prstDash val="solid"/>
            <a:miter lim="800000"/>
            <a:headEnd len="sm" w="sm" type="none"/>
            <a:tailEnd len="sm" w="sm" type="none"/>
          </a:ln>
        </p:spPr>
        <p:txBody>
          <a:bodyPr anchorCtr="0" anchor="ctr" bIns="81375" lIns="162750" spcFirstLastPara="1" rIns="162750" wrap="square" tIns="81375">
            <a:noAutofit/>
          </a:bodyPr>
          <a:lstStyle/>
          <a:p>
            <a:pPr indent="0" lvl="0" marL="0" marR="0" rtl="0" algn="ctr">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References</a:t>
            </a:r>
            <a:endParaRPr/>
          </a:p>
        </p:txBody>
      </p:sp>
      <p:sp>
        <p:nvSpPr>
          <p:cNvPr id="152" name="Google Shape;152;p16"/>
          <p:cNvSpPr txBox="1"/>
          <p:nvPr/>
        </p:nvSpPr>
        <p:spPr>
          <a:xfrm>
            <a:off x="29095850" y="29589325"/>
            <a:ext cx="12862200" cy="2684400"/>
          </a:xfrm>
          <a:prstGeom prst="rect">
            <a:avLst/>
          </a:prstGeom>
          <a:noFill/>
          <a:ln>
            <a:noFill/>
          </a:ln>
        </p:spPr>
        <p:txBody>
          <a:bodyPr anchorCtr="0" anchor="t" bIns="91425" lIns="91425" spcFirstLastPara="1" rIns="91425" wrap="square" tIns="91425">
            <a:spAutoFit/>
          </a:bodyPr>
          <a:lstStyle/>
          <a:p>
            <a:pPr indent="-412750" lvl="0" marL="457200" rtl="0" algn="l">
              <a:lnSpc>
                <a:spcPct val="115000"/>
              </a:lnSpc>
              <a:spcBef>
                <a:spcPts val="0"/>
              </a:spcBef>
              <a:spcAft>
                <a:spcPts val="0"/>
              </a:spcAft>
              <a:buClr>
                <a:schemeClr val="dk1"/>
              </a:buClr>
              <a:buSzPts val="2900"/>
              <a:buChar char="•"/>
            </a:pPr>
            <a:r>
              <a:rPr lang="en-US" sz="2900" u="sng">
                <a:solidFill>
                  <a:srgbClr val="1155CC"/>
                </a:solidFill>
                <a:hlinkClick r:id="rId3">
                  <a:extLst>
                    <a:ext uri="{A12FA001-AC4F-418D-AE19-62706E023703}">
                      <ahyp:hlinkClr val="tx"/>
                    </a:ext>
                  </a:extLst>
                </a:hlinkClick>
              </a:rPr>
              <a:t>https://ourworldindata.org/grapher/economic-inequality-gini-index</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lang="en-US" sz="2900" u="sng">
                <a:solidFill>
                  <a:srgbClr val="1155CC"/>
                </a:solidFill>
                <a:hlinkClick r:id="rId4">
                  <a:extLst>
                    <a:ext uri="{A12FA001-AC4F-418D-AE19-62706E023703}">
                      <ahyp:hlinkClr val="tx"/>
                    </a:ext>
                  </a:extLst>
                </a:hlinkClick>
              </a:rPr>
              <a:t>https://ourworldindata.org/grapher/gdp-per-capita-worldbank</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lang="en-US" sz="2900" u="sng">
                <a:solidFill>
                  <a:srgbClr val="1155CC"/>
                </a:solidFill>
                <a:hlinkClick r:id="rId5">
                  <a:extLst>
                    <a:ext uri="{A12FA001-AC4F-418D-AE19-62706E023703}">
                      <ahyp:hlinkClr val="tx"/>
                    </a:ext>
                  </a:extLst>
                </a:hlinkClick>
              </a:rPr>
              <a:t>https://ourworldindata.org/grapher/political-regime?time=latest</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lang="en-US" sz="2900" u="sng">
                <a:solidFill>
                  <a:srgbClr val="1155CC"/>
                </a:solidFill>
                <a:hlinkClick r:id="rId6">
                  <a:extLst>
                    <a:ext uri="{A12FA001-AC4F-418D-AE19-62706E023703}">
                      <ahyp:hlinkClr val="tx"/>
                    </a:ext>
                  </a:extLst>
                </a:hlinkClick>
              </a:rPr>
              <a:t>https://ourworldindata.org/grapher/trade-as-share-of-gdp</a:t>
            </a:r>
            <a:endParaRPr sz="2900">
              <a:solidFill>
                <a:schemeClr val="dk1"/>
              </a:solidFill>
            </a:endParaRPr>
          </a:p>
          <a:p>
            <a:pPr indent="-412750" lvl="0" marL="457200" rtl="0" algn="l">
              <a:lnSpc>
                <a:spcPct val="115000"/>
              </a:lnSpc>
              <a:spcBef>
                <a:spcPts val="0"/>
              </a:spcBef>
              <a:spcAft>
                <a:spcPts val="0"/>
              </a:spcAft>
              <a:buClr>
                <a:schemeClr val="dk1"/>
              </a:buClr>
              <a:buSzPts val="2900"/>
              <a:buChar char="•"/>
            </a:pPr>
            <a:r>
              <a:rPr lang="en-US" sz="2900" u="sng">
                <a:solidFill>
                  <a:srgbClr val="1155CC"/>
                </a:solidFill>
                <a:hlinkClick r:id="rId7">
                  <a:extLst>
                    <a:ext uri="{A12FA001-AC4F-418D-AE19-62706E023703}">
                      <ahyp:hlinkClr val="tx"/>
                    </a:ext>
                  </a:extLst>
                </a:hlinkClick>
              </a:rPr>
              <a:t>https://ourworldindata.org/energy</a:t>
            </a:r>
            <a:endParaRPr b="1" sz="2900">
              <a:solidFill>
                <a:schemeClr val="dk1"/>
              </a:solidFill>
              <a:latin typeface="Calibri"/>
              <a:ea typeface="Calibri"/>
              <a:cs typeface="Calibri"/>
              <a:sym typeface="Calibri"/>
            </a:endParaRPr>
          </a:p>
        </p:txBody>
      </p:sp>
      <p:sp>
        <p:nvSpPr>
          <p:cNvPr id="153" name="Google Shape;153;p16"/>
          <p:cNvSpPr txBox="1"/>
          <p:nvPr/>
        </p:nvSpPr>
        <p:spPr>
          <a:xfrm>
            <a:off x="29463050" y="19242100"/>
            <a:ext cx="14008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000">
              <a:solidFill>
                <a:schemeClr val="dk1"/>
              </a:solidFill>
              <a:latin typeface="Calibri"/>
              <a:ea typeface="Calibri"/>
              <a:cs typeface="Calibri"/>
              <a:sym typeface="Calibri"/>
            </a:endParaRPr>
          </a:p>
        </p:txBody>
      </p:sp>
      <p:sp>
        <p:nvSpPr>
          <p:cNvPr id="154" name="Google Shape;154;p16"/>
          <p:cNvSpPr txBox="1"/>
          <p:nvPr/>
        </p:nvSpPr>
        <p:spPr>
          <a:xfrm>
            <a:off x="29095850" y="20674200"/>
            <a:ext cx="14008200" cy="738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Our </a:t>
            </a:r>
            <a:r>
              <a:rPr b="1" lang="en-US" sz="3600">
                <a:solidFill>
                  <a:schemeClr val="dk1"/>
                </a:solidFill>
                <a:latin typeface="Calibri"/>
                <a:ea typeface="Calibri"/>
                <a:cs typeface="Calibri"/>
                <a:sym typeface="Calibri"/>
              </a:rPr>
              <a:t>decision</a:t>
            </a:r>
            <a:r>
              <a:rPr b="1" lang="en-US" sz="3600">
                <a:solidFill>
                  <a:schemeClr val="dk1"/>
                </a:solidFill>
                <a:latin typeface="Calibri"/>
                <a:ea typeface="Calibri"/>
                <a:cs typeface="Calibri"/>
                <a:sym typeface="Calibri"/>
              </a:rPr>
              <a:t> tree </a:t>
            </a:r>
            <a:r>
              <a:rPr lang="en-US" sz="3600">
                <a:solidFill>
                  <a:schemeClr val="dk1"/>
                </a:solidFill>
                <a:latin typeface="Calibri"/>
                <a:ea typeface="Calibri"/>
                <a:cs typeface="Calibri"/>
                <a:sym typeface="Calibri"/>
              </a:rPr>
              <a:t>model was relatively successful in identifying characteristics of </a:t>
            </a:r>
            <a:r>
              <a:rPr lang="en-US" sz="3600">
                <a:solidFill>
                  <a:schemeClr val="dk1"/>
                </a:solidFill>
                <a:latin typeface="Calibri"/>
                <a:ea typeface="Calibri"/>
                <a:cs typeface="Calibri"/>
                <a:sym typeface="Calibri"/>
              </a:rPr>
              <a:t>countries</a:t>
            </a:r>
            <a:r>
              <a:rPr lang="en-US" sz="3600">
                <a:solidFill>
                  <a:schemeClr val="dk1"/>
                </a:solidFill>
                <a:latin typeface="Calibri"/>
                <a:ea typeface="Calibri"/>
                <a:cs typeface="Calibri"/>
                <a:sym typeface="Calibri"/>
              </a:rPr>
              <a:t> with high GDP and low Gini, with a score on test of over 85%. </a:t>
            </a:r>
            <a:r>
              <a:rPr b="1" lang="en-US" sz="3600">
                <a:solidFill>
                  <a:schemeClr val="dk1"/>
                </a:solidFill>
                <a:latin typeface="Calibri"/>
                <a:ea typeface="Calibri"/>
                <a:cs typeface="Calibri"/>
                <a:sym typeface="Calibri"/>
              </a:rPr>
              <a:t>Trade </a:t>
            </a:r>
            <a:r>
              <a:rPr lang="en-US" sz="3600">
                <a:solidFill>
                  <a:schemeClr val="dk1"/>
                </a:solidFill>
                <a:latin typeface="Calibri"/>
                <a:ea typeface="Calibri"/>
                <a:cs typeface="Calibri"/>
                <a:sym typeface="Calibri"/>
              </a:rPr>
              <a:t>and </a:t>
            </a:r>
            <a:r>
              <a:rPr b="1" lang="en-US" sz="3600">
                <a:solidFill>
                  <a:schemeClr val="dk1"/>
                </a:solidFill>
                <a:latin typeface="Calibri"/>
                <a:ea typeface="Calibri"/>
                <a:cs typeface="Calibri"/>
                <a:sym typeface="Calibri"/>
              </a:rPr>
              <a:t>moderate-high energy consumption</a:t>
            </a:r>
            <a:r>
              <a:rPr lang="en-US" sz="3600">
                <a:solidFill>
                  <a:schemeClr val="dk1"/>
                </a:solidFill>
                <a:latin typeface="Calibri"/>
                <a:ea typeface="Calibri"/>
                <a:cs typeface="Calibri"/>
                <a:sym typeface="Calibri"/>
              </a:rPr>
              <a:t> were identified as important features, while political regime wasn’t.</a:t>
            </a:r>
            <a:endParaRPr sz="3600">
              <a:solidFill>
                <a:schemeClr val="dk1"/>
              </a:solidFill>
              <a:latin typeface="Calibri"/>
              <a:ea typeface="Calibri"/>
              <a:cs typeface="Calibri"/>
              <a:sym typeface="Calibri"/>
            </a:endParaRPr>
          </a:p>
          <a:p>
            <a:pPr indent="0" lvl="0" marL="0" rtl="0" algn="l">
              <a:spcBef>
                <a:spcPts val="0"/>
              </a:spcBef>
              <a:spcAft>
                <a:spcPts val="0"/>
              </a:spcAft>
              <a:buNone/>
            </a:pPr>
            <a:r>
              <a:t/>
            </a:r>
            <a:endParaRPr sz="3600">
              <a:solidFill>
                <a:schemeClr val="dk1"/>
              </a:solidFill>
              <a:latin typeface="Calibri"/>
              <a:ea typeface="Calibri"/>
              <a:cs typeface="Calibri"/>
              <a:sym typeface="Calibri"/>
            </a:endParaRPr>
          </a:p>
          <a:p>
            <a:pPr indent="0" lvl="0" marL="0" rtl="0" algn="l">
              <a:spcBef>
                <a:spcPts val="0"/>
              </a:spcBef>
              <a:spcAft>
                <a:spcPts val="0"/>
              </a:spcAft>
              <a:buNone/>
            </a:pPr>
            <a:r>
              <a:rPr lang="en-US" sz="3600">
                <a:solidFill>
                  <a:schemeClr val="dk1"/>
                </a:solidFill>
                <a:latin typeface="Calibri"/>
                <a:ea typeface="Calibri"/>
                <a:cs typeface="Calibri"/>
                <a:sym typeface="Calibri"/>
              </a:rPr>
              <a:t>Our </a:t>
            </a:r>
            <a:r>
              <a:rPr b="1" lang="en-US" sz="3600">
                <a:solidFill>
                  <a:schemeClr val="dk1"/>
                </a:solidFill>
                <a:latin typeface="Calibri"/>
                <a:ea typeface="Calibri"/>
                <a:cs typeface="Calibri"/>
                <a:sym typeface="Calibri"/>
              </a:rPr>
              <a:t>linear regression </a:t>
            </a:r>
            <a:r>
              <a:rPr lang="en-US" sz="3600">
                <a:solidFill>
                  <a:schemeClr val="dk1"/>
                </a:solidFill>
                <a:latin typeface="Calibri"/>
                <a:ea typeface="Calibri"/>
                <a:cs typeface="Calibri"/>
                <a:sym typeface="Calibri"/>
              </a:rPr>
              <a:t>model was successful in predicting countries with highest GDP-Gini scores, but, specific scores were not accurate. </a:t>
            </a:r>
            <a:endParaRPr sz="3600">
              <a:solidFill>
                <a:schemeClr val="dk1"/>
              </a:solidFill>
              <a:latin typeface="Calibri"/>
              <a:ea typeface="Calibri"/>
              <a:cs typeface="Calibri"/>
              <a:sym typeface="Calibri"/>
            </a:endParaRPr>
          </a:p>
          <a:p>
            <a:pPr indent="0" lvl="0" marL="0" rtl="0" algn="l">
              <a:lnSpc>
                <a:spcPct val="100000"/>
              </a:lnSpc>
              <a:spcBef>
                <a:spcPts val="0"/>
              </a:spcBef>
              <a:spcAft>
                <a:spcPts val="0"/>
              </a:spcAft>
              <a:buNone/>
            </a:pPr>
            <a:r>
              <a:t/>
            </a:r>
            <a:endParaRPr sz="36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US" sz="3600">
                <a:solidFill>
                  <a:schemeClr val="dk1"/>
                </a:solidFill>
                <a:latin typeface="Calibri"/>
                <a:ea typeface="Calibri"/>
                <a:cs typeface="Calibri"/>
                <a:sym typeface="Calibri"/>
              </a:rPr>
              <a:t>For our 2022 actual data, the countries on the list mostly have relatively free political regimes and moderate to high energy use, but are not quite as high on trade as we expected. However, for our 2043 predictions, the vast majority of countries on the table are free politically, high in energy use, and have a high%  of trade as part of their GDP. </a:t>
            </a:r>
            <a:endParaRPr sz="3600">
              <a:solidFill>
                <a:schemeClr val="dk1"/>
              </a:solidFill>
              <a:latin typeface="Calibri"/>
              <a:ea typeface="Calibri"/>
              <a:cs typeface="Calibri"/>
              <a:sym typeface="Calibri"/>
            </a:endParaRPr>
          </a:p>
        </p:txBody>
      </p:sp>
      <p:pic>
        <p:nvPicPr>
          <p:cNvPr id="155" name="Google Shape;155;p16" title="decision_tree_plot.png"/>
          <p:cNvPicPr preferRelativeResize="0"/>
          <p:nvPr/>
        </p:nvPicPr>
        <p:blipFill>
          <a:blip r:embed="rId8">
            <a:alphaModFix/>
          </a:blip>
          <a:stretch>
            <a:fillRect/>
          </a:stretch>
        </p:blipFill>
        <p:spPr>
          <a:xfrm>
            <a:off x="14411375" y="11976513"/>
            <a:ext cx="15850501" cy="5286075"/>
          </a:xfrm>
          <a:prstGeom prst="rect">
            <a:avLst/>
          </a:prstGeom>
          <a:noFill/>
          <a:ln>
            <a:noFill/>
          </a:ln>
        </p:spPr>
      </p:pic>
      <p:sp>
        <p:nvSpPr>
          <p:cNvPr id="156" name="Google Shape;156;p16"/>
          <p:cNvSpPr txBox="1"/>
          <p:nvPr/>
        </p:nvSpPr>
        <p:spPr>
          <a:xfrm>
            <a:off x="14702400" y="6884400"/>
            <a:ext cx="15244200" cy="5988300"/>
          </a:xfrm>
          <a:prstGeom prst="rect">
            <a:avLst/>
          </a:prstGeom>
          <a:noFill/>
          <a:ln>
            <a:noFill/>
          </a:ln>
        </p:spPr>
        <p:txBody>
          <a:bodyPr anchorCtr="0" anchor="t" bIns="47150" lIns="94325" spcFirstLastPara="1" rIns="94325" wrap="square" tIns="47150">
            <a:noAutofit/>
          </a:bodyPr>
          <a:lstStyle/>
          <a:p>
            <a:pPr indent="-184150" lvl="0" marL="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Path 1 to high GDP PPP, and low Gini:</a:t>
            </a:r>
            <a:endParaRPr b="1" sz="2900">
              <a:solidFill>
                <a:schemeClr val="dk1"/>
              </a:solidFill>
              <a:latin typeface="Calibri"/>
              <a:ea typeface="Calibri"/>
              <a:cs typeface="Calibri"/>
              <a:sym typeface="Calibri"/>
            </a:endParaRPr>
          </a:p>
          <a:p>
            <a:pPr indent="-412750" lvl="1" marL="9144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Primary energy consumption per capita &lt;= 35,035.453 kWh</a:t>
            </a:r>
            <a:endParaRPr b="1" sz="2900">
              <a:solidFill>
                <a:schemeClr val="dk1"/>
              </a:solidFill>
              <a:latin typeface="Calibri"/>
              <a:ea typeface="Calibri"/>
              <a:cs typeface="Calibri"/>
              <a:sym typeface="Calibri"/>
            </a:endParaRPr>
          </a:p>
          <a:p>
            <a:pPr indent="-412750" lvl="1" marL="9144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Trade more than 155.48% of GDP</a:t>
            </a:r>
            <a:endParaRPr b="1" sz="2900">
              <a:solidFill>
                <a:schemeClr val="dk1"/>
              </a:solidFill>
              <a:latin typeface="Calibri"/>
              <a:ea typeface="Calibri"/>
              <a:cs typeface="Calibri"/>
              <a:sym typeface="Calibri"/>
            </a:endParaRPr>
          </a:p>
          <a:p>
            <a:pPr indent="-412750" lvl="1" marL="9144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Primary energy consumption per capita &lt;= 27,612.112 GDP PPP</a:t>
            </a:r>
            <a:endParaRPr b="1" sz="2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2900">
                <a:solidFill>
                  <a:schemeClr val="dk1"/>
                </a:solidFill>
                <a:latin typeface="Calibri"/>
                <a:ea typeface="Calibri"/>
                <a:cs typeface="Calibri"/>
                <a:sym typeface="Calibri"/>
              </a:rPr>
              <a:t>Likely reflects states like Singapore or Hong Kong which are small and depend on trade for wealth</a:t>
            </a:r>
            <a:endParaRPr b="1" sz="2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2900">
              <a:solidFill>
                <a:schemeClr val="dk1"/>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Path 2 to high GDP PPP, and low Gini:</a:t>
            </a:r>
            <a:endParaRPr b="1" sz="2900">
              <a:solidFill>
                <a:schemeClr val="dk1"/>
              </a:solidFill>
              <a:latin typeface="Calibri"/>
              <a:ea typeface="Calibri"/>
              <a:cs typeface="Calibri"/>
              <a:sym typeface="Calibri"/>
            </a:endParaRPr>
          </a:p>
          <a:p>
            <a:pPr indent="-412750" lvl="1" marL="9144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Primary energy consumption per capita &gt;= 35,035.453 kWh</a:t>
            </a:r>
            <a:endParaRPr b="1" sz="2900">
              <a:solidFill>
                <a:schemeClr val="dk1"/>
              </a:solidFill>
              <a:latin typeface="Calibri"/>
              <a:ea typeface="Calibri"/>
              <a:cs typeface="Calibri"/>
              <a:sym typeface="Calibri"/>
            </a:endParaRPr>
          </a:p>
          <a:p>
            <a:pPr indent="-412750" lvl="1" marL="9144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Trade more than 67% of GDP</a:t>
            </a:r>
            <a:endParaRPr b="1" sz="2900">
              <a:solidFill>
                <a:schemeClr val="dk1"/>
              </a:solidFill>
              <a:latin typeface="Calibri"/>
              <a:ea typeface="Calibri"/>
              <a:cs typeface="Calibri"/>
              <a:sym typeface="Calibri"/>
            </a:endParaRPr>
          </a:p>
          <a:p>
            <a:pPr indent="-412750" lvl="1" marL="914400" marR="0" rtl="0" algn="l">
              <a:lnSpc>
                <a:spcPct val="100000"/>
              </a:lnSpc>
              <a:spcBef>
                <a:spcPts val="0"/>
              </a:spcBef>
              <a:spcAft>
                <a:spcPts val="0"/>
              </a:spcAft>
              <a:buClr>
                <a:schemeClr val="dk1"/>
              </a:buClr>
              <a:buSzPts val="2900"/>
              <a:buFont typeface="Calibri"/>
              <a:buChar char="○"/>
            </a:pPr>
            <a:r>
              <a:rPr b="1" lang="en-US" sz="2900">
                <a:solidFill>
                  <a:schemeClr val="dk1"/>
                </a:solidFill>
                <a:latin typeface="Calibri"/>
                <a:ea typeface="Calibri"/>
                <a:cs typeface="Calibri"/>
                <a:sym typeface="Calibri"/>
              </a:rPr>
              <a:t>Primary energy </a:t>
            </a:r>
            <a:r>
              <a:rPr b="1" lang="en-US" sz="2900">
                <a:solidFill>
                  <a:schemeClr val="dk1"/>
                </a:solidFill>
                <a:latin typeface="Calibri"/>
                <a:ea typeface="Calibri"/>
                <a:cs typeface="Calibri"/>
                <a:sym typeface="Calibri"/>
              </a:rPr>
              <a:t>consumption</a:t>
            </a:r>
            <a:r>
              <a:rPr b="1" lang="en-US" sz="2900">
                <a:solidFill>
                  <a:schemeClr val="dk1"/>
                </a:solidFill>
                <a:latin typeface="Calibri"/>
                <a:ea typeface="Calibri"/>
                <a:cs typeface="Calibri"/>
                <a:sym typeface="Calibri"/>
              </a:rPr>
              <a:t> per capita &lt;= 55,758.62 kWh</a:t>
            </a:r>
            <a:endParaRPr b="1" sz="2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2900">
                <a:solidFill>
                  <a:schemeClr val="dk1"/>
                </a:solidFill>
                <a:latin typeface="Calibri"/>
                <a:ea typeface="Calibri"/>
                <a:cs typeface="Calibri"/>
                <a:sym typeface="Calibri"/>
              </a:rPr>
              <a:t>Possibly  reflects larger industrialized countries in </a:t>
            </a:r>
            <a:r>
              <a:rPr b="1" lang="en-US" sz="2900">
                <a:solidFill>
                  <a:schemeClr val="dk1"/>
                </a:solidFill>
                <a:latin typeface="Calibri"/>
                <a:ea typeface="Calibri"/>
                <a:cs typeface="Calibri"/>
                <a:sym typeface="Calibri"/>
              </a:rPr>
              <a:t>temperate</a:t>
            </a:r>
            <a:r>
              <a:rPr b="1" lang="en-US" sz="2900">
                <a:solidFill>
                  <a:schemeClr val="dk1"/>
                </a:solidFill>
                <a:latin typeface="Calibri"/>
                <a:ea typeface="Calibri"/>
                <a:cs typeface="Calibri"/>
                <a:sym typeface="Calibri"/>
              </a:rPr>
              <a:t> environments (less energy use) who depend more on non-trade revenues</a:t>
            </a:r>
            <a:endParaRPr b="1" sz="2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nvSpPr>
        <p:spPr>
          <a:xfrm>
            <a:off x="10487088" y="469350"/>
            <a:ext cx="24974400" cy="9234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Clr>
                <a:schemeClr val="dk1"/>
              </a:buClr>
              <a:buSzPts val="1100"/>
              <a:buFont typeface="Arial"/>
              <a:buNone/>
            </a:pPr>
            <a:r>
              <a:rPr b="1" lang="en-US" sz="4800">
                <a:solidFill>
                  <a:schemeClr val="dk1"/>
                </a:solidFill>
                <a:latin typeface="Times New Roman"/>
                <a:ea typeface="Times New Roman"/>
                <a:cs typeface="Times New Roman"/>
                <a:sym typeface="Times New Roman"/>
              </a:rPr>
              <a:t>Decision Tree</a:t>
            </a:r>
            <a:endParaRPr sz="4800">
              <a:solidFill>
                <a:schemeClr val="dk1"/>
              </a:solidFill>
              <a:latin typeface="Times New Roman"/>
              <a:ea typeface="Times New Roman"/>
              <a:cs typeface="Times New Roman"/>
              <a:sym typeface="Times New Roman"/>
            </a:endParaRPr>
          </a:p>
        </p:txBody>
      </p:sp>
      <p:pic>
        <p:nvPicPr>
          <p:cNvPr id="163" name="Google Shape;163;p17"/>
          <p:cNvPicPr preferRelativeResize="0"/>
          <p:nvPr/>
        </p:nvPicPr>
        <p:blipFill>
          <a:blip r:embed="rId3">
            <a:alphaModFix/>
          </a:blip>
          <a:stretch>
            <a:fillRect/>
          </a:stretch>
        </p:blipFill>
        <p:spPr>
          <a:xfrm>
            <a:off x="0" y="14676225"/>
            <a:ext cx="21945600" cy="15166325"/>
          </a:xfrm>
          <a:prstGeom prst="rect">
            <a:avLst/>
          </a:prstGeom>
          <a:noFill/>
          <a:ln>
            <a:noFill/>
          </a:ln>
        </p:spPr>
      </p:pic>
      <p:pic>
        <p:nvPicPr>
          <p:cNvPr id="164" name="Google Shape;164;p17"/>
          <p:cNvPicPr preferRelativeResize="0"/>
          <p:nvPr/>
        </p:nvPicPr>
        <p:blipFill>
          <a:blip r:embed="rId4">
            <a:alphaModFix/>
          </a:blip>
          <a:stretch>
            <a:fillRect/>
          </a:stretch>
        </p:blipFill>
        <p:spPr>
          <a:xfrm>
            <a:off x="21945600" y="14799800"/>
            <a:ext cx="21945600" cy="14919175"/>
          </a:xfrm>
          <a:prstGeom prst="rect">
            <a:avLst/>
          </a:prstGeom>
          <a:noFill/>
          <a:ln>
            <a:noFill/>
          </a:ln>
        </p:spPr>
      </p:pic>
      <p:pic>
        <p:nvPicPr>
          <p:cNvPr id="165" name="Google Shape;165;p17" title="decision_tree_plot.png"/>
          <p:cNvPicPr preferRelativeResize="0"/>
          <p:nvPr/>
        </p:nvPicPr>
        <p:blipFill rotWithShape="1">
          <a:blip r:embed="rId5">
            <a:alphaModFix/>
          </a:blip>
          <a:srcRect b="0" l="0" r="0" t="7304"/>
          <a:stretch/>
        </p:blipFill>
        <p:spPr>
          <a:xfrm>
            <a:off x="0" y="1392757"/>
            <a:ext cx="41467351" cy="128193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18"/>
          <p:cNvPicPr preferRelativeResize="0"/>
          <p:nvPr/>
        </p:nvPicPr>
        <p:blipFill>
          <a:blip r:embed="rId3">
            <a:alphaModFix/>
          </a:blip>
          <a:stretch>
            <a:fillRect/>
          </a:stretch>
        </p:blipFill>
        <p:spPr>
          <a:xfrm>
            <a:off x="21945600" y="2699925"/>
            <a:ext cx="21945600" cy="10832122"/>
          </a:xfrm>
          <a:prstGeom prst="rect">
            <a:avLst/>
          </a:prstGeom>
          <a:noFill/>
          <a:ln>
            <a:noFill/>
          </a:ln>
        </p:spPr>
      </p:pic>
      <p:pic>
        <p:nvPicPr>
          <p:cNvPr id="172" name="Google Shape;172;p18"/>
          <p:cNvPicPr preferRelativeResize="0"/>
          <p:nvPr/>
        </p:nvPicPr>
        <p:blipFill>
          <a:blip r:embed="rId4">
            <a:alphaModFix/>
          </a:blip>
          <a:stretch>
            <a:fillRect/>
          </a:stretch>
        </p:blipFill>
        <p:spPr>
          <a:xfrm>
            <a:off x="0" y="3063400"/>
            <a:ext cx="21945600" cy="10832128"/>
          </a:xfrm>
          <a:prstGeom prst="rect">
            <a:avLst/>
          </a:prstGeom>
          <a:noFill/>
          <a:ln>
            <a:noFill/>
          </a:ln>
        </p:spPr>
      </p:pic>
      <p:pic>
        <p:nvPicPr>
          <p:cNvPr id="173" name="Google Shape;173;p18"/>
          <p:cNvPicPr preferRelativeResize="0"/>
          <p:nvPr/>
        </p:nvPicPr>
        <p:blipFill>
          <a:blip r:embed="rId5">
            <a:alphaModFix/>
          </a:blip>
          <a:stretch>
            <a:fillRect/>
          </a:stretch>
        </p:blipFill>
        <p:spPr>
          <a:xfrm>
            <a:off x="0" y="17510850"/>
            <a:ext cx="21945600" cy="10832125"/>
          </a:xfrm>
          <a:prstGeom prst="rect">
            <a:avLst/>
          </a:prstGeom>
          <a:noFill/>
          <a:ln>
            <a:noFill/>
          </a:ln>
        </p:spPr>
      </p:pic>
      <p:pic>
        <p:nvPicPr>
          <p:cNvPr id="174" name="Google Shape;174;p18"/>
          <p:cNvPicPr preferRelativeResize="0"/>
          <p:nvPr/>
        </p:nvPicPr>
        <p:blipFill>
          <a:blip r:embed="rId6">
            <a:alphaModFix/>
          </a:blip>
          <a:stretch>
            <a:fillRect/>
          </a:stretch>
        </p:blipFill>
        <p:spPr>
          <a:xfrm>
            <a:off x="21945600" y="17510843"/>
            <a:ext cx="21945600" cy="1083213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Custom 3">
      <a:dk1>
        <a:srgbClr val="000000"/>
      </a:dk1>
      <a:lt1>
        <a:srgbClr val="FFFFFF"/>
      </a:lt1>
      <a:dk2>
        <a:srgbClr val="000000"/>
      </a:dk2>
      <a:lt2>
        <a:srgbClr val="808080"/>
      </a:lt2>
      <a:accent1>
        <a:srgbClr val="002654"/>
      </a:accent1>
      <a:accent2>
        <a:srgbClr val="96C0E6"/>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